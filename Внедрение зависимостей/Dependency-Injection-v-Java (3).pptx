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2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notesSlides/notesSlide3.xml" ContentType="application/vnd.openxmlformats-officedocument.presentationml.notesSlide+xml"/>
  <Override PartName="/ppt/ink/ink6.xml" ContentType="application/inkml+xml"/>
  <Override PartName="/ppt/notesSlides/notesSlide4.xml" ContentType="application/vnd.openxmlformats-officedocument.presentationml.notesSlide+xml"/>
  <Override PartName="/ppt/ink/ink7.xml" ContentType="application/inkml+xml"/>
  <Override PartName="/ppt/notesSlides/notesSlide5.xml" ContentType="application/vnd.openxmlformats-officedocument.presentationml.notesSlide+xml"/>
  <Override PartName="/ppt/ink/ink8.xml" ContentType="application/inkml+xml"/>
  <Override PartName="/ppt/notesSlides/notesSlide6.xml" ContentType="application/vnd.openxmlformats-officedocument.presentationml.notesSlide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notesSlides/notesSlide7.xml" ContentType="application/vnd.openxmlformats-officedocument.presentationml.notesSlide+xml"/>
  <Override PartName="/ppt/ink/ink13.xml" ContentType="application/inkml+xml"/>
  <Override PartName="/ppt/notesSlides/notesSlide8.xml" ContentType="application/vnd.openxmlformats-officedocument.presentationml.notesSlide+xml"/>
  <Override PartName="/ppt/ink/ink1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Consolas" panose="020B0609020204030204" pitchFamily="49" charset="0"/>
      <p:regular r:id="rId11"/>
      <p:bold r:id="rId12"/>
      <p:italic r:id="rId13"/>
      <p:boldItalic r:id="rId14"/>
    </p:embeddedFont>
    <p:embeddedFont>
      <p:font typeface="DM Sans Semi Bold" panose="020B0604020202020204" charset="0"/>
      <p:regular r:id="rId15"/>
    </p:embeddedFont>
    <p:embeddedFont>
      <p:font typeface="Inter Medium" panose="020B0604020202020204" charset="0"/>
      <p:regular r:id="rId16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8" d="100"/>
          <a:sy n="98" d="100"/>
        </p:scale>
        <p:origin x="282" y="-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6T14:43:17.52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5055 675 24567,'0'-675'0,"-5055"675"0,10110 675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6T14:43:22.96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1314 140 24575,'-1'2'0,"1"0"0,-1-1 0,0 1 0,0 0 0,0-1 0,0 1 0,-1-1 0,1 1 0,0-1 0,-1 1 0,1-1 0,-1 0 0,1 0 0,-1 0 0,1 0 0,-1 0 0,-2 1 0,-32 15 0,8-11 0,1-1 0,-1-1 0,0-1 0,0-2 0,0-1 0,-39-4 0,-18 0 0,-22 6 0,-110-4 0,186-3 0,0-1 0,-39-12 0,-42-8 0,-15 2 0,83 14 0,-1 2 0,0 2 0,-59 0 0,747 5 0,-296 3 0,-315-4 0,59-10 0,-59 7 0,57-4 0,-68 8 0,1-1 0,31-8 0,-31 5 0,1 1 0,24-1 0,8 5 0,-22 0 0,-1-1 0,1-2 0,41-8 0,-48 6 0,0 2 0,-1 1 0,40 2 0,-33 0 0,49-5 0,-80 5 0,0 0 0,0-1 0,0 1 0,1 0 0,-1 0 0,0 1 0,0-1 0,1 0 0,-1 0 0,0 1 0,0-1 0,0 0 0,1 1 0,-1-1 0,0 1 0,0 0 0,0-1 0,0 1 0,0 0 0,0-1 0,0 1 0,0 0 0,0 0 0,-1 0 0,1 0 0,0 0 0,0 0 0,-1 0 0,1 0 0,-1 0 0,1 2 0,10 47 0,0-4 0,-6-35 0,-1 0 0,0 0 0,0 1 0,-1-1 0,-1 1 0,1 14 0,-1-14 0,-1 0 0,2-1 0,-1 1 0,2-1 0,7 18 0,-10-27 0,0 0 0,0 0 0,0 0 0,0 0 0,0 0 0,0 1 0,0-1 0,0 0 0,-1 0 0,1 0 0,-1 1 0,0-1 0,0 0 0,0 1 0,0-1 0,0 0 0,0 1 0,0-1 0,-2 4 0,0-4 0,0-1 0,1 1 0,-1-1 0,0 1 0,0-1 0,-1 0 0,1 0 0,0 0 0,0 0 0,-1 0 0,1 0 0,0-1 0,-1 1 0,1-1 0,0 0 0,-1 0 0,1 0 0,-1 0 0,-3 0 0,-188-4-1365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6T14:43:26.25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71 1 24575,'0'12'0,"1"-8"0,-1 0 0,0 0 0,1 0 0,-1 0 0,0-1 0,-1 1 0,1 0 0,-1 0 0,0 0 0,0-1 0,0 1 0,0 0 0,0-1 0,-1 1 0,0-1 0,0 1 0,0-1 0,0 0 0,0 0 0,-1 0 0,1 0 0,-1 0 0,-4 3 0,4-4 0,0 0 0,1-1 0,-1 1 0,1 0 0,-1 0 0,1 1 0,0-1 0,0 0 0,0 1 0,0-1 0,0 1 0,0 0 0,1 0 0,0-1 0,-1 1 0,1 0 0,0 0 0,0 0 0,1 1 0,-1-1 0,1 0 0,-1 0 0,1 0 0,0 5 0,1-4 0,0 0 0,1 0 0,-1 0 0,1-1 0,0 1 0,0 0 0,0-1 0,0 1 0,1-1 0,-1 1 0,1-1 0,0 0 0,0 0 0,0-1 0,0 1 0,1 0 0,-1-1 0,5 2 0,5 3 0,0-1 0,1 0 0,-1-1 0,1 0 0,0-2 0,1 1 0,-1-2 0,0 0 0,17 0 0,16-1 0,69-8 0,-80 2 0,59-17 0,-68 14 0,1 2 0,0 1 0,55-4 0,2025 10-1365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6T14:43:35.73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24542,'0'718'0,"3787"-718"0,-3787-718 0,-3787 718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6T14:43:39.53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1 168 24575,'488'0'0,"-455"-3"0,1-1 0,-1-2 0,0-1 0,48-18 0,-63 19 0,13-4 0,57-11 0,-32 11 0,-26 4 0,0 2 0,42-2 0,-39 4 0,56-10 0,-55 7 0,54-4 0,-22 10 0,-29 0 0,0-1 0,0-2 0,67-13 0,-60 8 0,-1 2 0,1 2 0,0 2 0,49 4 0,7 0 0,791-3 0,-870 1 0,0 1 0,34 8 0,-33-5 0,1-1 0,24 1 0,32-5 0,-44-1 0,-1 2 0,1 1 0,63 12 0,-71-9 0,-1-1 0,44 1 0,-49-5 0,-1 1 0,0 1 0,0 0 0,-1 2 0,1 0 0,22 9 0,-32-9 0,0 0 0,0-1 0,0 0 0,0-1 0,1 0 0,0 0 0,-1-1 0,1 0 0,18-2 0,-24 0 0,-1 0 0,1 0 0,-1 0 0,1 0 0,-1-1 0,1 0 0,-1 0 0,0 0 0,0 0 0,0-1 0,0 0 0,0 1 0,-1-1 0,1-1 0,-1 1 0,0 0 0,0-1 0,0 0 0,0 0 0,-1 0 0,1 0 0,-1 0 0,3-8 0,10-11 0,-15 23 0,1 0 0,-1 0 0,0 0 0,1 0 0,-1-1 0,1 1 0,-1 0 0,1 0 0,-1 0 0,1 0 0,-1 0 0,1 0 0,-1 0 0,0 0 0,1 0 0,-1 0 0,1 1 0,-1-1 0,1 0 0,-1 0 0,1 0 0,-1 0 0,0 1 0,1-1 0,-1 0 0,1 0 0,-1 1 0,0-1 0,1 0 0,-1 1 0,3 3 0,0 0 0,0 1 0,-1-1 0,0 1 0,0-1 0,0 1 0,-1 0 0,2 4 0,25 73 0,-21-66 0,-1 0 0,0 0 0,-1 1 0,-1 0 0,-1-1 0,0 1 0,-1 1 0,-1-1 0,-1 18 0,0-32-105,0 0 0,-1 0 0,0 0 0,1-1 0,-1 1 0,0 0 0,0 0 0,-1-1 0,1 1 0,0-1 0,-1 1 0,-2 3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6T14:43:45.61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136 57 24575,'30'2'0,"0"1"0,32 7 0,-31-5 0,59 4 0,1127-10 0,-1197 0 0,0-1 0,37-9 0,-36 6 0,1 1 0,27-1 0,31 4 0,-44 2 0,0-1 0,-1-3 0,59-10 0,-64 8 0,1 1 0,-1 2 0,1 1 0,34 3 0,61-3 0,-53-12 0,-53 8 0,-1 1 0,31-1 0,629 3 0,-330 4 0,-218-4 0,142 5 0,-252-1 0,-1 1 0,0 2 0,0 0 0,31 12 0,-46-14 0,0 0 0,0 0 0,0 1 0,0 0 0,0 0 0,-1 0 0,0 0 0,0 1 0,0 0 0,5 9 0,31 60 0,-21-34 0,-14-29 0,0 0 0,-1 1 0,0-1 0,-1 1 0,0 0 0,-1 0 0,0 0 0,-1 0 0,0 1 0,-2 21 0,1-29 0,0-1 0,-1 1 0,0 0 0,0-1 0,0 1 0,0 0 0,0-1 0,-1 1 0,0-1 0,0 0 0,0 0 0,-1 0 0,1 0 0,-1 0 0,0 0 0,0-1 0,0 1 0,-1-1 0,1 0 0,-1 0 0,0 0 0,0 0 0,0-1 0,0 0 0,0 0 0,-1 0 0,1 0 0,0 0 0,-10 1 0,-32 2 0,0-3 0,-80-5 0,21 0 0,-1057 3 0,1142 1 0,0 1 0,-37 9 0,36-6 0,-1-1 0,-27 1 0,-67 8 0,80-7 0,-55 2 0,-1183-8 0,575-1 0,682 0 0,0-1 0,-1 0 0,-17-6 0,-41-5 0,65 12 0,0 0 0,0 0 0,0-1 0,0 0 0,0-1 0,0 0 0,-14-8 0,25 11 0,-1-1 0,1 1 0,-1-1 0,1 1 0,0-1 0,0 0 0,-1 1 0,1-1 0,0 0 0,0 1 0,0-1 0,0 1 0,-1-1 0,1 0 0,0 1 0,0-1 0,1 0 0,-1 1 0,0-1 0,0 0 0,0 1 0,0-1 0,0 0 0,1 1 0,-1-1 0,0 0 0,1 1 0,-1-1 0,0 1 0,1-1 0,-1 1 0,1-1 0,-1 1 0,1-1 0,-1 1 0,1-1 0,-1 1 0,1 0 0,0-1 0,29-27 0,-21 20 0,10-7 0,0 0 0,1 2 0,1 0 0,32-15 0,7-3 0,-44 24 0,1 0 0,0 1 0,1 1 0,-1 0 0,1 1 0,27-1 0,27-8 0,0 1 0,1 4 0,0 2 0,136 8 0,-67 1 0,-104-4 0,0 0 0,0 2 0,0 1 0,64 13 0,129 40 0,-41-28 0,53-1 0,-204-20 0,53 0 0,-59-6 0,1 3 0,50 9 0,-41-1 0,-13-3 0,0-1 0,0-2 0,41 3 0,-23-5 0,0 3 0,62 16 0,8 1 0,-2 2 0,-85-17 0,0-1 0,0-1 0,57 2 0,-18-9 0,-30 0 0,-1 1 0,1 1 0,-1 3 0,42 8 0,-52-6 0,0-2 0,0-2 0,0 0 0,31-4 0,-29 1 0,0 1 0,0 2 0,41 7 0,3 0 0,2-2 0,113-6 0,-153-2 0,-2634 1-1365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6T14:40:01.50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89 57 24575,'104'2'0,"117"-5"0,-131-10 0,-57 7 0,60-3 0,988 9 0,-486 1 0,-575-2 0,1-1 0,35-8 0,-34 5 0,0 1 0,25-1 0,668 3 0,-348 5 0,-263-5 0,115 4 0,-189 3 0,-1 0 0,36 12 0,-41-9 0,1-2 0,0-1 0,47 4 0,-56-9 0,0 0 0,0 2 0,-1 0 0,1 0 0,26 9 0,-38-9 0,0-1 0,0 1 0,0 0 0,0 0 0,0 1 0,-1-1 0,1 1 0,-1 0 0,0 0 0,1 0 0,-1 0 0,-1 0 0,1 1 0,0 0 0,-1-1 0,0 1 0,0 0 0,0 0 0,0 0 0,0 0 0,-1 0 0,0 1 0,0-1 0,0 0 0,0 6 0,1 51 0,-2-49 0,0 0 0,0 0 0,1 0 0,1 0 0,0 0 0,0 0 0,1 0 0,1 0 0,5 10 0,-5-15 0,-1 1 0,0-1 0,0 1 0,0-1 0,-1 1 0,0 0 0,-1 0 0,1 0 0,-2 0 0,1 0 0,-1 0 0,0 0 0,-1 1 0,-2 12 0,1-14 0,-1 0 0,0-1 0,0 1 0,0-1 0,0 1 0,-1-1 0,0 0 0,-1-1 0,1 1 0,-1-1 0,0 0 0,-1 0 0,1 0 0,-1-1 0,0 1 0,-10 4 0,-5 2 0,1-1 0,-1-2 0,-1 0 0,0-1 0,0-1 0,0-1 0,-43 4 0,-10-5 0,-79-6 0,39-1 0,95 2 0,0-1 0,-37-9 0,35 6 0,1 1 0,-28-1 0,-119 7 0,-69-4 0,164-11 0,53 9 0,-1 0 0,-27-2 0,-75 8 0,-52-4 0,103-11 0,52 8 0,1 2 0,-32-3 0,-303 5 0,167 3 0,167-4 0,-1 0 0,-35-8 0,34 5 0,0 1 0,-25-1 0,-143 8 0,-80-6 0,198-10 0,51 9 0,1 0 0,-29-1 0,-503 3 0,266 4 0,265 0 0,1 0 0,-36 8 0,34-5 0,0-1 0,-26 1 0,38-5 0,0 0 0,0 0 0,0-1 0,0 0 0,0-1 0,0 0 0,-17-6 0,23 6 0,0 0 0,-1-1 0,1 1 0,0-1 0,0 0 0,0 0 0,1 0 0,-1-1 0,1 1 0,0-1 0,0 0 0,0 0 0,0 0 0,1 0 0,-1-1 0,1 1 0,-3-10 0,4 12 0,0-1 0,0 0 0,0 0 0,0 1 0,0-1 0,1 0 0,-1 0 0,1 0 0,0 0 0,0 0 0,0 1 0,0-1 0,1 0 0,-1 0 0,1 0 0,-1 0 0,1 1 0,2-6 0,0 5 0,0 0 0,-1 0 0,1 0 0,0 1 0,1-1 0,-1 1 0,0 0 0,1 0 0,-1 0 0,1 1 0,0-1 0,-1 1 0,7-2 0,14-4 0,1 1 0,31-2 0,15-4 0,-22 5 0,0 1 0,1 4 0,87 5 0,-27-1 0,2836-2 0,-2926 2 0,-1 0 0,39 8 0,-37-5 0,0-1 0,28 2 0,167-7-1365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6T14:39:47.57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278 164 24575,'26'0'0,"1"-1"0,-1-2 0,38-9 0,-15 5 0,1 2 0,0 1 0,90 7 0,-31 0 0,378-3 0,-471-1 0,1-1 0,-1 0 0,22-7 0,37-4 0,-50 10 0,0-1 0,0-2 0,28-9 0,-31 8 0,0 1 0,1 1 0,-1 1 0,30-2 0,776 5 0,-385 3 0,-426-3 0,1-1 0,-1 0 0,19-6 0,39-5 0,13-1 0,-65 9 0,1 1 0,29-2 0,317 6 0,-172 1 0,-180 0 0,0 0 0,0 1 0,0 1 0,0 1 0,0 0 0,31 14 0,-34-9 0,0 1 0,0 1 0,-1 0 0,-1 1 0,0 1 0,0 0 0,-2 1 0,16 22 0,24 26 0,-47-57 0,0 0 0,0 1 0,-1-1 0,1 1 0,-1-1 0,-1 1 0,1 0 0,-1 0 0,0 0 0,0 0 0,-1 1 0,0-1 0,0 0 0,0 1 0,-1-1 0,0 1 0,0-1 0,-1 1 0,-2 10 0,2-11 0,0-1 0,-1 1 0,0-1 0,0 0 0,0 0 0,-1 0 0,0 0 0,0-1 0,0 1 0,0-1 0,-1 1 0,0-1 0,1 0 0,-2-1 0,1 1 0,0-1 0,-1 1 0,1-1 0,-1-1 0,0 1 0,0-1 0,0 0 0,-6 2 0,-1-1 0,0 1 0,1 0 0,0 1 0,0 0 0,0 1 0,0 0 0,1 1 0,0 0 0,1 1 0,-1-1 0,-8 12 0,11-13 0,1 0 0,-1-1 0,0 0 0,0 0 0,0 0 0,-1-1 0,0 0 0,1-1 0,-2 0 0,1 0 0,-11 3 0,-7-2 0,0 0 0,-37-1 0,35-2 0,1 1 0,-31 7 0,9-2 0,0-2 0,0-2 0,-90-5 0,30-1 0,-539 3 0,627-1 0,1-1 0,-36-9 0,34 7 0,-1 0 0,-24-1 0,-32 4 0,44 2 0,1-1 0,-1-2 0,-63-12 0,56 7 0,-1 1 0,0 3 0,1 2 0,-57 4 0,0 0 0,-1684-3 0,1779 0 0,1 0 0,-1 0 0,0 0 0,1 0 0,-1-1 0,1 0 0,0 1 0,-1-1 0,1 0 0,-1-1 0,1 1 0,0-1 0,0 1 0,0-1 0,0 0 0,0 0 0,0 0 0,0 0 0,-4-6 0,5 4 0,0 0 0,0 0 0,0 0 0,0-1 0,1 1 0,-1-1 0,1 1 0,0-1 0,1 1 0,-1-1 0,1 0 0,0 1 0,0-1 0,2-9 0,-2 11 0,1 0 0,0-1 0,0 1 0,0 0 0,1 0 0,-1 0 0,1 0 0,0 0 0,0 0 0,0 1 0,0-1 0,0 1 0,0-1 0,1 1 0,-1 0 0,1-1 0,0 1 0,-1 1 0,1-1 0,0 0 0,0 1 0,0-1 0,0 1 0,7-2 0,8-2 0,1 1 0,0 0 0,23-1 0,-27 3 0,79-4 0,127 6 0,-81 3 0,833-3 0,-941 1 0,58 12 0,-57-8 0,55 4 0,1263-9 92,-622-2-1549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6T14:38:33.643"/>
    </inkml:context>
    <inkml:brush xml:id="br0">
      <inkml:brushProperty name="width" value="0.05" units="cm"/>
      <inkml:brushProperty name="height" value="0.3" units="cm"/>
      <inkml:brushProperty name="color" value="#FFFFFF"/>
      <inkml:brushProperty name="ignorePressure" value="1"/>
      <inkml:brushProperty name="inkEffects" value="pencil"/>
    </inkml:brush>
  </inkml:definitions>
  <inkml:trace contextRef="#ctx0" brushRef="#br0">1110 28,'4'0,"7"0,5 0,6 0,2 0,3 0,0 0,2 0,-1 0,0 0,0 0,-1 0,0 0,1 0,-1 0,0 0,0 0,-1 0,1 0,0 0,0 0,0 0,0 0,0 0,1 0,-1 0,0 0,0 0,0 0,0 0,0 0,0 0,0 0,0 0,0 0,0 0,0 0,0 0,0 0,0 0,0 0,0 0,0 0,0 0,0 0,0 0,0 0,0 0,0 0,0 0,0 0,0 0,0 0,0 0,0 0,0 0,-5-4,-1-2,1 0,0 1,-8 2,-10 1,-11 1,-9 1,-6 0,-4 0,-2 0,-1 0,-1 0,2 1,-1-1,1 0,1 0,0 0,-1 0,1 0,0 0,0 0,0 0,1 0,-1 0,0 0,0 0,0 0,0 0,0 0,0 0,0 0,-1 0,1 0,0 0,0 0,1 0,3 4,2 2,0 0,-1-1,-2-2,4 4,0 0,-1-1,-1-1,-2-2,-2-1,0 4,0 0,-2-1,1 0,0-2,0-2,-1 0,1 0,0-1,0-1,0 1,0 0,9 0,12-1,12 1,10 0,6 0,4 0,3 0,0 0,1 0,-1 0,-1 0,0 0,0 0,-1 0,0 0,0 0,0 0,0 0,0 0,0 0,0 0,0 0,0 0,0 0,0 0,0 0,0 0,0 0,0 0,0 0,0 0,0 0,0 0,0 0,0 0,0 0,0 0,0 0,0 0,0 0,0 0,0 0,0 0,0 0,0 0,0 0,0 0,0 0,0 0,0 0,0 0,5 5,1 1,0 0,-2-1,0 3,-2 0,-1-1,0-2,-1-2,-1-1,1-1,0-1,0 0,0 0,0-1,0 1,0 0,-5 4,-1 2,-9 0,-11-1,-10-1,-9-2,-5-1,-4-1,-1 5,-2 1,1-1,0-1,1-1,0-1,1-1,0 0,0-1,0 0,0-1,0 1,0 0,0 0,0 0,0 0,0 0,0 0,0 0,0 0,0 0,0 0,0 0,-5 0,-1 0,0 0,1 0,2 0,1 0,1 0,1 0,0 0,0 0,0 0,0 0,0 0,0 0,0 0,0 0,1 0,-1 0,0 0,0 0,0 0,-1 0,1 0,0 0,0 0,0 0,0 0,0 0,0 0,0 0,0 0,0 0,0 0,0 0,0 0,0 0,0 0,5 4,10 2,12 0,11-1,8-2,5-1,3-1,2-1,1 0,-1 0,-5-5,-2-1,0 0,0 1,2 2,1 1,1 1,1 0,0 1,0-4,0-2,0 1,1 1,-1 0,0 2,0 1,0 1,0 0,0 0,0 0,0 1,0-6,0-1,0 0,0 1,4 2,2 1,0 1,-1 0,-2 1,0 1,-2-1,-1 0,0 0,0 0,0 0,0 1,-1-1,1 0,0 0,0 0,0 0,0 0,5 0,1 0,0 0,-1 0,-2 0,-1 0,-1 0,4 0,1 0,0 0,-2 0,0 0,-2 0,-1 0,-1 0,0 0,0 0,-1 0,1 0,0 0,0 0,0 0,0 0,0 0,0 0,0 0,0 0,0 0,-5 4,-1 2,-9 0,-6 4,-10-1,-7-1,-8-2,-4-3,-3-1,-2-1,-1 0,0-2,5 5,2 2,0-1,0 0,-2-2,-1-1,-1-1,-1-1,1 0,-2 0,1 0,0 0,-5-1,-1 1,0 0,1 0,2 0,0 0,2 0,1 0,-5 0,-1 0,-4 0,0 0,-4 0,1 0,-2 0,2 0,3 0,3 0,3 0,2 0,1 0,1 0,1 0,-6 0,0 0,0 0,0 0,2 0,1 0,1 0,1 0,0 0,0 0,-5 0,-1 0,1 0,0 0,2 0,1 0,1 0,0 0,1 0,0 0,1 0,-1 0,-5 0,-1 0,1 0,0 0,6 5,3 1,1 0,-1-1,0-2,-2 4,-1 0,0-1,-1-1,0-2,0-1,-1-1,1-1,5 4,10 2,12 0,11-2,8 0,5-2,3-1,2-1,0 0,0 0,0 0,-1-1,0 6,0 1,-1-1,0 0,0-2,0-1,-1-1,1 0,0-1,0-1,0 1,0 0,1 0,3 0,2-1,0 1,-1 0,-2 0,-1 0,-1 0,0 0,-1 0,0 0,0 0,-1 0,1 0,5 0,1 0,-1 0,0 0,-2 0,4 0,5 0,1 0,2 0,3 0,-1 0,-3 0,0 0,-2 0,-4 0,-2 0,-3 0,-1 0,-2 0,0-4,-1-2,1 0,-1 2,1 0,0 2,-1 1,1 1,1 0,-1-5,0-1,0 1,0 0,0 2,0 1,0 1,0 0,0 1,0 0,0 1,0-1,0 0,0 0,0 0,0 0,0 0,0 0,0 0,0 0,0 0,0 0,0 0,0 0,0 0,0 0,0 0,0 0,0 0,0 0,-9 0,-8 5,-10 1,-9 0,-9 3,-5 1,-3-2,-2-2,-1-3,0-1,0-1,1-1,0 0,1 0,-1 4,1 2,0 0,0-2,1-1,-1 0,0-2,0-1,-5 0,-1 0,0 0,1 4,2 2,-4-1,0 0,1-2,-4-1,1-1,1 0,3-1,1 0,2-1,1 1,1 0,1 0,-1 4,0 2,1 0,-1-1,0-1,0-2,-4-1,-3-1,2 0,0 0,2 0,0 0,2-1,1 1,-5 0,-1 0,-4 0,-5 0,0 0,2 0,4 0,3 0,3 0,2 0,1 0,0 0,1 0,-1 0,1 0,-1 0,-4 0,-2 0,0 0,1 0,2 0,-4 0,0 0,1 0,1 0,2 0,1 0,5 5,3 1,0-1,-1 0,-1-2,-2-1,0-1,-2 0,9-1,13 0,10-1,11 1,6 0,4 0,2 0,1 0,1 0,-1 0,-1 0,0 0,0 0,-1 0,0 0,0 0,0 0,0 0,0 0,0 0,0 0,0 0,4 0,2 0,5 0,0 0,-2 0,-2 0,-3 0,-1 0,-2 0,-1 0,0 0,-1 0,5 0,2 0,0 0,-2 0,0-5,-2-1,-1 0,-1 2,0 1,0 1,-5-4,-1-1,0 1,1 2,2 0,1 2,1 2,0-5,1-1,0 0,1 2,-1 1,0 1,0-3,0-2,0 1,1-3,-1 0,0 1,4-2,3 0,3 2,1 3,-2 1,-2-2,-3-1,-1 1,-2 2,-1 1,0 1,-1 2,6-5,0-1,1 0,-2 1,-1 2,-1 1,0 1,-2 1,0 0,0 0,-9 5,-13 2,-11-1,-10-1,-6-2,-4-1,-3 0,0-2,4 5,2 0,0 1,0-2,-1-1,-1-1,-1-1,-1-1,1 0,-2 0,1 0,0 0,0 0,0-1,-1 1,1 0,0 0,1 5,-1 1,0 0,-1-1,-3-2,-2 0,0-2,1-1,2 0,0 0,2 4,1 2,0-1,0 0,1-2,-1-1,0-1,-5 0,-1-1,-4-1,-1 1,2 0,-2 0,0 0,3-1,2 1,-2 0,-1 0,3 0,-3 0,-5 0,1 0,1 0,0 0,0 0,-1 0,1 0,-2 0,2 0,2 0,-1 0,1 0,-7 0,-1 0,3 0,4 0,-5 0,-1 0,4 0,-1 0,-3 0,1 0,4 0,4 0,-1 0,0 0,-2 0,0 0,-2 0,0 0,4 0,-2 0,-4 0,1 0,2 0,4 0,3 0,3 0,1 0,1 0,-4 0,-2 0,1 0,1 0,1 0,-4 0,0 0,1 0,1 0,2 0,1 0,1 0,1 0,0 0,-4 0,-2 0,0 0,2 0,1 0,5-4,3-2,0 0,0 2,3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6T14:38:45.841"/>
    </inkml:context>
    <inkml:brush xml:id="br0">
      <inkml:brushProperty name="width" value="0.35" units="cm"/>
      <inkml:brushProperty name="height" value="2.1" units="cm"/>
      <inkml:brushProperty name="color" value="#FFFFFF"/>
      <inkml:brushProperty name="ignorePressure" value="1"/>
      <inkml:brushProperty name="inkEffects" value="pencil"/>
    </inkml:brush>
  </inkml:definitions>
  <inkml:trace contextRef="#ctx0" brushRef="#br0">646 271,'-4'0,"-7"0,-5 0,-6 0,2-4,4-7,5-5,9-1,4-1,7 1,2 0,4 3,-1-1,1 2,4 3,-2-1,1 1,2 3,2 1,1 3,3 2,0 0,1 1,1 1,-1-1,1 1,-1-1,0 0,0 1,1-1,-2 0,1 0,0 0,0 0,0 0,0 0,0 0,0 0,1 0,-11 0,-11 0,-12 0,-10 0,-6 0,-4-5,-2-1,-2 0,1 2,0 0,0 2,2 1,-1 1,1 0,0 0,0 0,0 0,0 1,0-1,0 0,0 0,0 0,0 0,0 0,0 0,0 0,0 0,0 0,0 0,0 0,0 0,0 0,4-5,2-1,0 0,-1 1,-2 2,-1 1,-1 1,0 0,-1 1,0 0,-1 1,1-6,0 0,0-1,-1 2,2 0,-2 2,1 1,10 1,11 0,12 0,10 0,6 0,4 1,2-1,2 0,-1 0,0 0,-1 0,0 0,0 0,-1 0,0 0,0 0,0 0,0 0,0 0,0 0,0 0,0 0,0 0,0 0,0 4,0 2,0 0,0-1,0-2,0-1,0-1,0 0,0-1,-4 4,-3 2,2 0,0-2,2 0,1-2,1-1,-4 4,-1 1,0-1,1 0,2-2,1-2,1 0,1 0,0-1,-4 4,-2 2,1 0,0 3,2 0,6-1,2-2,0-3,-5 4,-2 0,-2-1,1-2,0-1,1-1,1 3,0 1,1 0,0-1,0-2,0-1,-4 3,-2 2,0-2,-3 4,-5 5,-9 0,-10-3,-9 2,-6-1,-4 1,3 4,-1-2,0-2,-1-5,3 2,2-1,-2-2,-1-3,-2 4,-1-1,-1-1,3 4,2-1,0-2,3 3,0 0,-1-2,2 2,0-1,-2-1,-3-3,3 3,0 0,-1 3,-3 0,4 2,0-1,-2-2,-1-3,-2-3,3 3,1 0,-1-1,-1-2,-2-1,-1-1,3-6,6-7,10-1,11 1,4-2,5 1,6 3,-2-2,1 1,2 2,2 3,-2-3,-2 1,2-4,2 0,1 2,1 3,1-3,1 1,0 2,1 1,-1-3,0 0,1 2,-1 1,0 2,0 1,0 1,0-3,0-2,0 0,-5-3,-1 0,0 1,2 3,0 1,2 2,1-4,1 0,0 1,0 0,0 3,1 0,-1 1,0-4,0-1,0 0,0 2,0 1,0 1,0 1,-5-4,-1-1,1 0,0 2,2 1,1 1,-4-4,0 0,0 0,1 1,2 2,1 1,1 1,1 1,0 0,0 0,-8 1,-14-1,-10 0,-11 0,-6 0,-4 0,-2 0,-2 0,1 0,0 0,1 0,0 0,0 0,1 0,0 0,0 0,0 0,4 5,3 1,-2 0,0-1,-1-2,-2 0,-1 2,-1 2,0-2,0 4,-1 1,1-3,0-1,0 2,0 0,0-1,0-2,4 2,2 1,0-1,-1 2,-2 1,-1-3,-1 3,0 0,-1-2,-1-3,1 3,0 0,4 3,2 0,0-2,-1-3,-2-2,-1 3,-1 0,-1-1,0-2,0-1,4 3,2 1,0-1,-2-2,0-1,-2-1,3 3,2 2,8-1,11-2,10-1,8-1,6-1,-1-5,1-3,0 1,1 1,1 1,2-2,-1-2,1 2,1 1,-1 2,0 2,0 0,1 1,-1-5,0-1,0 1,4 1,-2-4,-2 0,-2 1,1 2,0 1,0 2,0 1,1 1,0 0,0-4,0-1,0-1,0 2,0 1,0 1,0 1,0 0,0-4,0-1,0 1,0 0,5-3,1 0,0 2,-2 1,0 1,-2 3,4 0,0 1,0 0,-1 0,-2-4,-2-2,0 0,0 1,-1 2,-1 1,1 1,5 0,1 1,-1 1,0-1,-2 0,4 0,-5-4,-1-2,2 0,6 2,2 0,3 2,-1-3,-2-2,-4 1,-2 1,2 2,0 1,-1 1,-1 1,-3 0,0 0,-1 1,-1-1,-1 0,1 0,0 0,0 0,-1 1,1-1,-4-5,2-1,3 0,0 2,0 0,0 2,0 1,0 1,-1 0,1 0,-1 0,-10 0,-11 1,-12-1,-10 0,-6 0,-4 0,-2 0,-2 0,1 0,0 4,1 2,0 5,0 0,1-2,0-2,0-3,0 3,0 0,0-1,0-1,0-2,0-2,0 0,5 4,1 1,-1-1,0 0,-2-2,-5-1,-3-1,-1-1,6 5,-2 1,0-1,-1-1,1 0,1-3,-5 0,0 0,-1-1,3 0,-4-1,0 6,1 1,-2 0,-1-2,2 0,3 2,-4 1,1 0,-3-3,0-1,2-1,3-1,2-1,-3 0,0 0,1 0,2 4,1 2,1 0,2-2,0 0,0-2,0-1,0 4,1 1,-1 0,0-2,0-1,0-1,0-1,0-1,0 0,0 0,0 0,0-1,0 1,0 0,0 0,0 0,-1 0,1 0,0 0,0 0,1 0,-1 0,0 0,-1 0,1-5,0-1,0 1,0 0,0 2,9 1,13 1,11 0,9 1,7 0,5 1,1-1,2 0,-1 0,0 0,0 0,-2 0,5 0,2 0,-1 0,-2 0,0 0,-7-4,2-3,2 2,5 0,1 1,0 2,-2 1,-1 1,3 0,5 0,1 0,2 0,-1 1,1-1,-1 0,1 0,3-5,-2-1,1 1,-2 0,-4 2,-4 1,-3 1,-2-5,-1 0,-2 0,1 2,-1 1,1 1,-1 1,1 0,0 2,0-1,0 0,0 0,0 0,0 1,0-1,4 0,2 0,0 0,4 0,-1 0,3 0,0 0,-2 0,-3 0,-3 0,-1 0,-3 0,1 0,-2 0,1 0,-1 0,1 0,-1 0,1 0,-5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6T14:39:15.09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0 275 24575,'2'-4'0,"0"1"0,0 0 0,1 0 0,-1 0 0,1 0 0,0 0 0,0 1 0,0-1 0,0 1 0,0 0 0,1 0 0,5-3 0,6-5 0,-1 1 0,0 0 0,0 1 0,1 1 0,0 0 0,19-6 0,11-5 0,-28 12 0,0 1 0,0 0 0,34-4 0,-32 7 0,1-2 0,35-11 0,-36 9 0,-1 1 0,0 1 0,1 1 0,0 0 0,0 1 0,24 2 0,20-3 0,12-10 0,-55 9 0,1 0 0,26-1 0,35 4 0,-31 1 0,-1-2 0,65-11 0,-71 7 0,47-1 0,-47 4 0,47-8 0,-25 2 0,1 4 0,133 6 0,-74 1 0,1063-2 0,-1169 1 0,0 1 0,37 9 0,-36-6 0,1-1 0,27 1 0,119-7 0,69 5 0,-164 9 0,-53-7 0,1-1 0,27 1 0,-22-5-1365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6T14:39:19.35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4052 0 24575,'2'14'0,"0"-1"0,1 0 0,1 0 0,9 22 0,-8-23 0,1 5 0,1-1 0,1 0 0,1 0 0,0 0 0,1-1 0,1-1 0,14 16 0,-16-20 0,-1 0 0,0 1 0,-1 0 0,0 0 0,0 1 0,-1 0 0,-1 0 0,0 0 0,-1 1 0,4 15 0,-7-18 0,0-1 0,0 1 0,-1-1 0,0 1 0,-1-1 0,0 1 0,0-1 0,-1 0 0,0 0 0,-1 1 0,0-1 0,0-1 0,-1 1 0,0 0 0,-5 7 0,-12 21 0,-26 39 0,43-71 0,0 0 0,0-1 0,-1 1 0,0-1 0,0 0 0,0 0 0,0 0 0,-1-1 0,1 1 0,-1-1 0,-8 3 0,-15 2 0,0-2 0,-1 0 0,0-2 0,-30 0 0,25-1 0,1 1 0,-65 18 0,72-15 0,-1 0 0,0-2 0,-52 3 0,47-6 0,-57 10 0,56-7 0,-54 3 0,66-6 0,0 0 0,-30 7 0,29-4 0,-46 3 0,-85-10 0,-70 5 0,151 10 0,53-9 0,1 0 0,-32 2 0,-627-4 0,329-5 0,-975 3 0,1304-2 0,0-1 0,0 0 0,0-2 0,1-1 0,-1 0 0,1-1 0,1-1 0,-30-18 0,45 25 0,1 0 0,0-1 0,-1 1 0,1-1 0,0 1 0,0-1 0,0 0 0,0 0 0,1 0 0,-1 0 0,0 0 0,1 0 0,0 0 0,-1-1 0,1 1 0,0 0 0,0-1 0,0 1 0,0-1 0,1 1 0,-1-1 0,1 0 0,-1 1 0,1-1 0,0 1 0,0-1 0,0 0 0,1 1 0,-1-1 0,0 1 0,1-1 0,0 0 0,0 1 0,-1-1 0,2 1 0,-1 0 0,0-1 0,3-3 0,1-2 0,0 0 0,1 0 0,0 1 0,1 0 0,0 0 0,0 0 0,0 1 0,1 0 0,11-7 0,16-8 0,-3 2 0,0 1 0,66-27 0,-73 35 0,-1-1 0,0-2 0,32-21 0,-45 27 0,2 1 0,0 1 0,1 0 0,-1 1 0,1 0 0,0 1 0,1 0 0,16 0 0,9-3 0,134-20 0,-130 19 0,0 2 0,0 2 0,1 2 0,45 5 0,11-2 0,412-2 0,-492-1 0,-1-1 0,36-8 0,-34 5 0,1 1 0,24-1 0,87 7 0,56-4 0,-117-11 0,-53 9 0,0 0 0,29-2 0,666 5 0,-348 3 0,-236-4 0,142 5 0,-270-3 0,-1 0 0,1 0 0,0 1 0,-1-1 0,1 1 0,-1 0 0,1 0 0,-1 0 0,1 0 0,-1 0 0,0 0 0,0 0 0,1 1 0,-1-1 0,0 1 0,0 0 0,0 0 0,-1-1 0,1 1 0,0 1 0,-1-1 0,1 0 0,-1 0 0,0 0 0,0 1 0,1-1 0,-2 1 0,1-1 0,0 1 0,0-1 0,-1 1 0,1-1 0,-1 1 0,0-1 0,0 1 0,0 0 0,0-1 0,-1 1 0,1 0 0,0-1 0,-1 1 0,-1 3 0,0 0 0,1 1 0,-1-1 0,-1 1 0,1-1 0,-1 0 0,0 0 0,-1 0 0,0 0 0,1-1 0,-2 1 0,1-1 0,-1 0 0,1 0 0,-1-1 0,-11 8 0,-188 77 0,183-79 0,-2-1 0,1-1 0,-1 0 0,0-2 0,-1-1 0,1-1 0,-26 2 0,-172-5 0,105-4 0,-938 3 0,1030 1 0,-1 2 0,1 1 0,0 1 0,-29 9 0,28-6 0,0-2 0,0-1 0,-46 4 0,41-8 0,1 0 0,-58 12 0,38-5 0,1-3 0,-1-2 0,-91-6 0,31 0 0,-107 4-1365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6T14:39:31.39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77 110 24575,'974'0'0,"-954"-1"0,1-1 0,35-8 0,-34 5 0,0 1 0,25-1 0,-17 4 0,0-1 0,56-11 0,-41 1 0,-1 3 0,2 2 0,78-4 0,1201 13 0,-1305-4 0,0 0 0,37-8 0,-35 5 0,-1 1 0,28-2 0,359 5 0,-194 3 0,-188 0 0,1 1 0,-1 2 0,0 0 0,33 12 0,21 4 0,-75-20 0,0 1 0,0-1 0,-1 1 0,1 0 0,0 0 0,-1 0 0,1 1 0,-1 0 0,0 0 0,0 0 0,0 0 0,0 1 0,-1-1 0,1 1 0,-1 0 0,0 0 0,0 0 0,3 5 0,1 7 0,0 0 0,0 1 0,7 33 0,11 26 0,-23-70 0,0-1 0,1 0 0,-2 0 0,1 1 0,-1-1 0,1 1 0,-1-1 0,-1 1 0,1 0 0,-1-1 0,0 1 0,-1 0 0,1-1 0,-1 1 0,0 0 0,-2 6 0,-1-4 0,0 0 0,-1 0 0,0 0 0,0 0 0,-1-1 0,0 1 0,0-2 0,0 1 0,-9 6 0,5-6 0,1 0 0,-2-1 0,1 0 0,-1-1 0,1 0 0,-2 0 0,1-1 0,0-1 0,-1 0 0,-13 2 0,5-1 0,-1 1 0,-24 11 0,32-11 0,0-1 0,-1 0 0,1-1 0,-1 0 0,0-1 0,-16 0 0,-91-4 0,48-1 0,44 3 0,0 0 0,0 3 0,-57 10 0,58-7 0,1-2 0,-55 1 0,53-5 0,-1 2 0,-44 9 0,26-4 0,0-2 0,0-1 0,-94-7 0,33 0 0,-22 1 0,-144 5 0,185 9 0,56-6 0,-58 3 0,-799-10 0,870-1 0,0 0 0,-34-8 0,33 5 0,-1 1 0,-24-1 0,23 3 0,-45-9 0,45 6 0,-48-3 0,44 7 0,-19 0 0,0-1 0,-48-10 0,-78-16 0,128 21 0,0 2 0,-1 2 0,-84 6 0,29-1 0,88-2 0,0 0 0,0-1 0,-21-5 0,32 5 0,0 1 0,0-1 0,1 1 0,-1-1 0,0 0 0,1 1 0,-1-1 0,0 0 0,1 0 0,-1 0 0,1-1 0,0 1 0,-1 0 0,1 0 0,-2-3 0,2 3 0,1-1 0,0 1 0,0 0 0,0 0 0,0-1 0,-1 1 0,2 0 0,-1 0 0,0-1 0,0 1 0,0 0 0,0 0 0,1 0 0,-1-1 0,1 1 0,-1 0 0,1 0 0,-1 0 0,1 0 0,0 0 0,-1 0 0,1 0 0,0 0 0,0 0 0,0 0 0,1-1 0,1-1 0,0 1 0,0-1 0,0 1 0,1 0 0,-1 0 0,0 0 0,1 0 0,-1 1 0,1-1 0,0 1 0,0 0 0,-1 0 0,6-1 0,57-2 0,-14 1 0,47-8 0,189 3 0,-213 8 0,-55-1 0,0-1 0,37-9 0,-35 6 0,-1 1 0,28-1 0,-29 4 0,12 1 0,0-2 0,57-11 0,-41 6 0,0 2 0,0 1 0,94 7 0,-33 0 0,-79-5 0,0 0 0,32-8 0,-31 4 0,58-3 0,804 10 0,-872-2 0,-1-1 0,36-8 0,-34 5 0,0 1 0,25-1 0,380 4 0,-204 3 0,-199-4 0,1-1 0,-1 0 0,0-2 0,28-10 0,-27 8 0,0 0 0,1 2 0,45-3 0,-33 7 0,167 3 0,-199-1 0,1-1 0,-1 1 0,0-1 0,1 2 0,-1-1 0,0 1 0,0 0 0,0 0 0,0 0 0,-1 1 0,1 0 0,-1 0 0,1 1 0,-1 0 0,0 0 0,-1 0 0,1 0 0,-1 1 0,1-1 0,-1 1 0,0 0 0,-1 0 0,0 1 0,4 6 0,-5-6 0,5 10 0,-1 1 0,-1-1 0,5 29 0,-10-41 0,1-1 0,-1 1 0,0-1 0,1 0 0,-2 1 0,1-1 0,0 1 0,-1-1 0,1 0 0,-1 1 0,0-1 0,0 0 0,0 0 0,-1 0 0,1 0 0,-1 0 0,0 0 0,1 0 0,-1 0 0,-1 0 0,1-1 0,0 1 0,-1-1 0,1 0 0,-4 3 0,-7 1-57,0 0-1,-1-1 1,1-1-1,-1 0 1,0-1-1,-1 0 0,1-1 1,0-1-1,-1 0 1,1-1-1,-24-2 1,17 1-618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6T14:39:40.47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24575,'48'0'0,"0"2"0,73 13 0,123 23 0,-180-26 0,-37-7 0,0 0 0,43 1 0,92-9 0,136 5 0,-225 11 0,-53-8 0,1-1 0,27 1 0,667-3 0,-348-5 0,-290 2 0,88 3 0,-92 11 0,-53-8 0,-1-1 0,32 1 0,266-4 0,-148-2 0,-148 2 0,0 1 0,34 8 0,-32-5 0,-1-1 0,25 1 0,79 9 0,-86-8 0,64 2 0,-83-7 0,1 1 0,33 8 0,-32-5 0,45 3 0,-41-8 0,-9 0 0,-1 1 0,1 0 0,18 5 0,-31-5 0,1 0 0,-1 1 0,0 0 0,0 0 0,0 1 0,0-1 0,0 1 0,0 0 0,-1 1 0,1-1 0,-1 1 0,0 0 0,7 7 0,33 34 0,-36-37 0,0-1 0,0 1 0,-1 0 0,0 1 0,6 9 0,-10-14 0,-1 0 0,-1 0 0,1 1 0,-1-1 0,1 0 0,-1 1 0,0-1 0,-1 1 0,1-1 0,-1 1 0,0 0 0,0-1 0,0 1 0,-1-1 0,0 1 0,-1 4 0,-2 7 0,0 0 0,-1 0 0,-1-1 0,-1 0 0,0 0 0,0-1 0,-2 0 0,0 0 0,0-1 0,-1 0 0,-1-1 0,0 0 0,-1-1 0,-15 12 0,0-1 0,16-11 0,0-1 0,-1-1 0,0 0 0,-1 0 0,0-2 0,0 1 0,0-2 0,-1 0 0,0 0 0,-19 4 0,-56 13 0,62-15 0,0-1 0,0-1 0,-1-1 0,-43 1 0,43-6 0,-8 2 0,-1-2 0,0-2 0,1-1 0,0-2 0,0-1 0,-61-19 0,67 13 0,1 0 0,-1-2 0,-26-18 0,30 18 0,1 2 0,-2 1 0,1 1 0,-1 2 0,-42-9 0,-16-5 0,59 16 0,0 1 0,-1 1 0,1 1 0,-51 2 0,47 2 0,0-2 0,0-1 0,-45-9 0,33 4 0,-1 2 0,0 2 0,0 1 0,-54 6 0,-3-2 0,-1008-2 0,1088-1 0,-1-1 0,-34-8 0,33 5 0,-1 1 0,-24-1 0,-38 4 0,52 3 0,1-2 0,-1-2 0,0 0 0,1-3 0,-1 0 0,-55-19 0,52 12 0,-54-10 0,53 14 0,-58-20 0,77 21 0,8 4 0,0 0 0,0-1 0,-16-10 0,24 13 0,0 0 0,1 0 0,-1 0 0,1 0 0,-1 0 0,1-1 0,0 1 0,-1 0 0,1-1 0,0 1 0,0-1 0,0 1 0,0-1 0,0 0 0,0 0 0,1 1 0,-1-1 0,1 0 0,-1 0 0,1 1 0,-1-1 0,1 0 0,0 0 0,0 0 0,0 0 0,0 0 0,1-2 0,0 2 0,0 0 0,0 0 0,0 0 0,0 0 0,0 0 0,0 1 0,1-1 0,-1 0 0,1 1 0,-1-1 0,1 1 0,0-1 0,0 1 0,0 0 0,-1 0 0,1 0 0,0 0 0,0 0 0,0 0 0,1 1 0,-1-1 0,0 1 0,0-1 0,0 1 0,4 0 0,62-3 0,-57 3 0,51 0 0,98 4 0,-88 9 0,-52-8 0,-1-1 0,32 1 0,537-3 0,-284-4 0,-283 3 0,-1 1 0,36 8 0,-34-5 0,0-1 0,26 1 0,666-3 0,-347-5 0,-254 1 0,125 5 0,-147 10 0,-59-7 0,61 3 0,-74-8 0,0 1 0,30 8 0,27 2 0,-45-8 0,-1 1 0,0 2 0,0 0 0,30 14 0,-23-9 0,68 15 0,-88-24 0,-2 1 0,1 0 0,0 2 0,-1 0 0,0 0 0,0 1 0,-1 1 0,0 1 0,0 0 0,-1 1 0,20 18 0,5 2 0,-33-27 0,0 0 0,1 1 0,-2 0 0,1 0 0,0 0 0,-1 0 0,0 1 0,0 0 0,0 0 0,-1 0 0,1 0 0,2 7 0,-5-10 0,1 2 0,0 1 0,0-1 0,0 1 0,-1 0 0,0 0 0,0 0 0,0 0 0,0 5 0,-1-9 0,-1 1 0,1-1 0,-1 1 0,1-1 0,-1 0 0,0 1 0,1-1 0,-1 0 0,0 0 0,0 0 0,0 1 0,0-1 0,0 0 0,0 0 0,0 0 0,0 0 0,-1-1 0,1 1 0,0 0 0,0 0 0,-1-1 0,1 1 0,-1-1 0,1 1 0,0-1 0,-1 0 0,1 1 0,-1-1 0,1 0 0,-1 0 0,-2 0 0,-19 2 0,1-1 0,-25-2 0,34 0 0,0 0 0,0 1 0,0 0 0,0 1 0,0 1 0,0 0 0,1 1 0,-1 0 0,1 1 0,-16 6 0,13-4 0,0 0 0,0-2 0,-1 0 0,0 0 0,0-1 0,0-1 0,0-1 0,0 0 0,0-1 0,-19-3 0,14 2 0,-1 1 0,1 0 0,-1 2 0,-39 7 0,31-3 0,0-1 0,0-1 0,0-2 0,-55-3 0,-44 2 0,56 13 0,53-10 0,1 0 0,-31 2 0,-63-8 0,-44 4 0,83 11 0,54-9 0,0 0 0,-29 1 0,-665-3 0,347-4 0,-579 2 0,923-2 0,0 0 0,-42-11 0,14 3 0,20 5 0,0-1 0,0-2 0,1-1 0,-30-13 0,53 19 0,-1-1 0,1 0 0,0 0 0,0 0 0,0-1 0,1-1 0,0 1 0,0-1 0,0 0 0,1 0 0,-1 0 0,2-1 0,-1 0 0,1 0 0,0 0 0,0-1 0,1 1 0,0-1 0,0 0 0,-2-15 0,4 17 0,1-1 0,-1 0 0,-1 1 0,1-1 0,-1 1 0,0 0 0,0-1 0,-1 1 0,0 0 0,0 0 0,0 0 0,-1 1 0,0-1 0,0 1 0,0 0 0,-9-8 0,1-1-1365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4977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3.png"/><Relationship Id="rId4" Type="http://schemas.openxmlformats.org/officeDocument/2006/relationships/customXml" Target="../ink/ink1.xml"/><Relationship Id="rId9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6.pn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svg"/><Relationship Id="rId11" Type="http://schemas.openxmlformats.org/officeDocument/2006/relationships/image" Target="../media/image12.png"/><Relationship Id="rId5" Type="http://schemas.openxmlformats.org/officeDocument/2006/relationships/image" Target="../media/image8.svg"/><Relationship Id="rId10" Type="http://schemas.openxmlformats.org/officeDocument/2006/relationships/customXml" Target="../ink/ink5.xml"/><Relationship Id="rId4" Type="http://schemas.openxmlformats.org/officeDocument/2006/relationships/image" Target="../media/image7.sv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png"/><Relationship Id="rId4" Type="http://schemas.openxmlformats.org/officeDocument/2006/relationships/customXml" Target="../ink/ink8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.xml"/><Relationship Id="rId13" Type="http://schemas.openxmlformats.org/officeDocument/2006/relationships/image" Target="../media/image23.pn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12" Type="http://schemas.openxmlformats.org/officeDocument/2006/relationships/customXml" Target="../ink/ink1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9.xml"/><Relationship Id="rId11" Type="http://schemas.openxmlformats.org/officeDocument/2006/relationships/image" Target="../media/image22.png"/><Relationship Id="rId5" Type="http://schemas.openxmlformats.org/officeDocument/2006/relationships/image" Target="../media/image19.png"/><Relationship Id="rId10" Type="http://schemas.openxmlformats.org/officeDocument/2006/relationships/customXml" Target="../ink/ink11.xml"/><Relationship Id="rId4" Type="http://schemas.openxmlformats.org/officeDocument/2006/relationships/image" Target="../media/image18.png"/><Relationship Id="rId9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659844"/>
            <a:ext cx="1268492" cy="426244"/>
          </a:xfrm>
          <a:prstGeom prst="roundRect">
            <a:avLst>
              <a:gd name="adj" fmla="val 6386"/>
            </a:avLst>
          </a:prstGeom>
          <a:solidFill>
            <a:srgbClr val="D4F7E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929878" y="727829"/>
            <a:ext cx="99631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COMMONS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176814"/>
            <a:ext cx="785788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ea typeface="DM Sans Semi Bold" pitchFamily="34" charset="-122"/>
                <a:cs typeface="DM Sans Semi Bold" pitchFamily="34" charset="-120"/>
              </a:rPr>
              <a:t>Dependency Injection в Java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222575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30706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30303"/>
                </a:solidFill>
                <a:ea typeface="DM Sans Semi Bold" pitchFamily="34" charset="-122"/>
                <a:cs typeface="DM Sans Semi Bold" pitchFamily="34" charset="-120"/>
              </a:rPr>
              <a:t>Тема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93790" y="3680103"/>
            <a:ext cx="6244709" cy="2398395"/>
          </a:xfrm>
          <a:prstGeom prst="roundRect">
            <a:avLst>
              <a:gd name="adj" fmla="val 1419"/>
            </a:avLst>
          </a:prstGeom>
          <a:solidFill>
            <a:srgbClr val="BEF3E2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4024193"/>
            <a:ext cx="283488" cy="22681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530906" y="3963591"/>
            <a:ext cx="5280779" cy="1179433"/>
          </a:xfrm>
          <a:prstGeom prst="roundRect">
            <a:avLst>
              <a:gd name="adj" fmla="val 2885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7"/>
          <p:cNvSpPr/>
          <p:nvPr/>
        </p:nvSpPr>
        <p:spPr>
          <a:xfrm>
            <a:off x="1519595" y="3963591"/>
            <a:ext cx="5303401" cy="1179433"/>
          </a:xfrm>
          <a:prstGeom prst="roundRect">
            <a:avLst>
              <a:gd name="adj" fmla="val 2885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1803083" y="4190405"/>
            <a:ext cx="473642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highlight>
                  <a:srgbClr val="F2F2F2"/>
                </a:highlight>
                <a:ea typeface="Consolas Medium" pitchFamily="34" charset="-122"/>
                <a:cs typeface="Consolas Medium" pitchFamily="34" charset="-120"/>
              </a:rPr>
              <a:t>Внедрение зависимостей (Dependency Injection) в Java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1530906" y="5398175"/>
            <a:ext cx="52807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7599521" y="30706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30303"/>
                </a:solidFill>
                <a:ea typeface="DM Sans Semi Bold" pitchFamily="34" charset="-122"/>
                <a:cs typeface="DM Sans Semi Bold" pitchFamily="34" charset="-120"/>
              </a:rPr>
              <a:t>ФИО автора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7599521" y="3680103"/>
            <a:ext cx="6244709" cy="2398395"/>
          </a:xfrm>
          <a:prstGeom prst="roundRect">
            <a:avLst>
              <a:gd name="adj" fmla="val 1419"/>
            </a:avLst>
          </a:prstGeom>
          <a:solidFill>
            <a:srgbClr val="BEF3E2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6335" y="4024193"/>
            <a:ext cx="283488" cy="226814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8336637" y="3963591"/>
            <a:ext cx="5280779" cy="1179433"/>
          </a:xfrm>
          <a:prstGeom prst="roundRect">
            <a:avLst>
              <a:gd name="adj" fmla="val 2885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Shape 13"/>
          <p:cNvSpPr/>
          <p:nvPr/>
        </p:nvSpPr>
        <p:spPr>
          <a:xfrm>
            <a:off x="8087454" y="3963591"/>
            <a:ext cx="5303401" cy="1179433"/>
          </a:xfrm>
          <a:prstGeom prst="roundRect">
            <a:avLst>
              <a:gd name="adj" fmla="val 2885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" name="Text 14"/>
          <p:cNvSpPr/>
          <p:nvPr/>
        </p:nvSpPr>
        <p:spPr>
          <a:xfrm>
            <a:off x="8608814" y="4190405"/>
            <a:ext cx="473642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highlight>
                  <a:srgbClr val="F2F2F2"/>
                </a:highlight>
                <a:ea typeface="Consolas Medium" pitchFamily="34" charset="-122"/>
                <a:cs typeface="Consolas Medium" pitchFamily="34" charset="-120"/>
              </a:rPr>
              <a:t>Суслин В.А.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highlight>
                  <a:srgbClr val="F2F2F2"/>
                </a:highlight>
                <a:ea typeface="Consolas Medium" pitchFamily="34" charset="-122"/>
                <a:cs typeface="Consolas Medium" pitchFamily="34" charset="-120"/>
              </a:rPr>
              <a:t>Мухамадиев К.Ш.</a:t>
            </a:r>
            <a:endParaRPr lang="en-US" sz="1750" dirty="0"/>
          </a:p>
        </p:txBody>
      </p:sp>
      <p:sp>
        <p:nvSpPr>
          <p:cNvPr id="19" name="Text 15"/>
          <p:cNvSpPr/>
          <p:nvPr/>
        </p:nvSpPr>
        <p:spPr>
          <a:xfrm>
            <a:off x="8336637" y="5398175"/>
            <a:ext cx="52807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20" name="Text 16"/>
          <p:cNvSpPr/>
          <p:nvPr/>
        </p:nvSpPr>
        <p:spPr>
          <a:xfrm>
            <a:off x="793790" y="658880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</a:t>
            </a:r>
            <a:endParaRPr lang="en-US" sz="1750" dirty="0"/>
          </a:p>
        </p:txBody>
      </p:sp>
      <p:sp>
        <p:nvSpPr>
          <p:cNvPr id="21" name="Text 17"/>
          <p:cNvSpPr/>
          <p:nvPr/>
        </p:nvSpPr>
        <p:spPr>
          <a:xfrm>
            <a:off x="793790" y="720685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</a:t>
            </a:r>
            <a:endParaRPr lang="en-US" sz="17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3" name="Рукописный ввод 22">
                <a:extLst>
                  <a:ext uri="{FF2B5EF4-FFF2-40B4-BE49-F238E27FC236}">
                    <a16:creationId xmlns:a16="http://schemas.microsoft.com/office/drawing/2014/main" id="{6DE46578-145F-0D08-B3B9-FECFB9B96185}"/>
                  </a:ext>
                </a:extLst>
              </p14:cNvPr>
              <p14:cNvContentPartPr/>
              <p14:nvPr/>
            </p14:nvContentPartPr>
            <p14:xfrm rot="21600001">
              <a:off x="12518345" y="7816778"/>
              <a:ext cx="1820030" cy="243286"/>
            </p14:xfrm>
          </p:contentPart>
        </mc:Choice>
        <mc:Fallback>
          <p:pic>
            <p:nvPicPr>
              <p:cNvPr id="23" name="Рукописный ввод 22">
                <a:extLst>
                  <a:ext uri="{FF2B5EF4-FFF2-40B4-BE49-F238E27FC236}">
                    <a16:creationId xmlns:a16="http://schemas.microsoft.com/office/drawing/2014/main" id="{6DE46578-145F-0D08-B3B9-FECFB9B9618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 rot="21600001">
                <a:off x="12455349" y="7753797"/>
                <a:ext cx="1945661" cy="3688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4" name="Рукописный ввод 23">
                <a:extLst>
                  <a:ext uri="{FF2B5EF4-FFF2-40B4-BE49-F238E27FC236}">
                    <a16:creationId xmlns:a16="http://schemas.microsoft.com/office/drawing/2014/main" id="{0D1DF516-BAB3-4CF2-038E-B09ED54158CB}"/>
                  </a:ext>
                </a:extLst>
              </p14:cNvPr>
              <p14:cNvContentPartPr/>
              <p14:nvPr/>
            </p14:nvContentPartPr>
            <p14:xfrm>
              <a:off x="13739040" y="7867861"/>
              <a:ext cx="726480" cy="130320"/>
            </p14:xfrm>
          </p:contentPart>
        </mc:Choice>
        <mc:Fallback>
          <p:pic>
            <p:nvPicPr>
              <p:cNvPr id="24" name="Рукописный ввод 23">
                <a:extLst>
                  <a:ext uri="{FF2B5EF4-FFF2-40B4-BE49-F238E27FC236}">
                    <a16:creationId xmlns:a16="http://schemas.microsoft.com/office/drawing/2014/main" id="{0D1DF516-BAB3-4CF2-038E-B09ED54158C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676400" y="7804861"/>
                <a:ext cx="852120" cy="25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5" name="Рукописный ввод 24">
                <a:extLst>
                  <a:ext uri="{FF2B5EF4-FFF2-40B4-BE49-F238E27FC236}">
                    <a16:creationId xmlns:a16="http://schemas.microsoft.com/office/drawing/2014/main" id="{6B18CBE9-8593-9C39-DD0F-B5CB9E8F035A}"/>
                  </a:ext>
                </a:extLst>
              </p14:cNvPr>
              <p14:cNvContentPartPr/>
              <p14:nvPr/>
            </p14:nvContentPartPr>
            <p14:xfrm>
              <a:off x="12970800" y="7947061"/>
              <a:ext cx="998640" cy="100080"/>
            </p14:xfrm>
          </p:contentPart>
        </mc:Choice>
        <mc:Fallback>
          <p:pic>
            <p:nvPicPr>
              <p:cNvPr id="25" name="Рукописный ввод 24">
                <a:extLst>
                  <a:ext uri="{FF2B5EF4-FFF2-40B4-BE49-F238E27FC236}">
                    <a16:creationId xmlns:a16="http://schemas.microsoft.com/office/drawing/2014/main" id="{6B18CBE9-8593-9C39-DD0F-B5CB9E8F035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907800" y="7884421"/>
                <a:ext cx="1124280" cy="225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6642" y="594479"/>
            <a:ext cx="2648188" cy="399812"/>
          </a:xfrm>
          <a:prstGeom prst="roundRect">
            <a:avLst>
              <a:gd name="adj" fmla="val 6489"/>
            </a:avLst>
          </a:prstGeom>
          <a:solidFill>
            <a:srgbClr val="D4F7E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886301" y="659249"/>
            <a:ext cx="2388870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JAVA · ООП · АРХИТЕКТУРА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56642" y="1076682"/>
            <a:ext cx="7489865" cy="67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030303"/>
                </a:solidFill>
                <a:ea typeface="DM Sans Semi Bold" pitchFamily="34" charset="-122"/>
                <a:cs typeface="DM Sans Semi Bold" pitchFamily="34" charset="-120"/>
              </a:rPr>
              <a:t>Dependency Injection в Java</a:t>
            </a:r>
            <a:endParaRPr lang="en-US" sz="4250" dirty="0"/>
          </a:p>
        </p:txBody>
      </p:sp>
      <p:sp>
        <p:nvSpPr>
          <p:cNvPr id="5" name="Text 3"/>
          <p:cNvSpPr/>
          <p:nvPr/>
        </p:nvSpPr>
        <p:spPr>
          <a:xfrm>
            <a:off x="756642" y="2061448"/>
            <a:ext cx="13117116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464646"/>
                </a:solidFill>
                <a:ea typeface="Inter Medium" pitchFamily="34" charset="-122"/>
                <a:cs typeface="Inter Medium" pitchFamily="34" charset="-120"/>
              </a:rPr>
              <a:t>Что такое внедрение зависимостей, зачем оно нужно и как правильно применять его на практике — от базовых принципов до реальных проектов</a:t>
            </a:r>
            <a:r>
              <a:rPr lang="en-US" sz="1700" dirty="0">
                <a:solidFill>
                  <a:srgbClr val="464646"/>
                </a:solidFill>
                <a:latin typeface="+mj-lt"/>
                <a:ea typeface="Inter Medium" pitchFamily="34" charset="-122"/>
                <a:cs typeface="Inter Medium" pitchFamily="34" charset="-120"/>
              </a:rPr>
              <a:t>.</a:t>
            </a:r>
            <a:endParaRPr lang="en-US" sz="1700" dirty="0">
              <a:latin typeface="+mj-lt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4920" y="2968823"/>
            <a:ext cx="10200561" cy="4668441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09842" y="4134408"/>
            <a:ext cx="655846" cy="65584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25524" y="6528656"/>
            <a:ext cx="1915070" cy="368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rgbClr val="464646"/>
                </a:solidFill>
                <a:ea typeface="DM Sans Semi Bold" pitchFamily="34" charset="-122"/>
                <a:cs typeface="DM Sans Semi Bold" pitchFamily="34" charset="-120"/>
              </a:rPr>
              <a:t>Применение</a:t>
            </a:r>
            <a:endParaRPr lang="en-US" sz="2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08829" y="4135638"/>
            <a:ext cx="655846" cy="65584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612010" y="6344200"/>
            <a:ext cx="1915070" cy="737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rgbClr val="464646"/>
                </a:solidFill>
                <a:ea typeface="DM Sans Semi Bold" pitchFamily="34" charset="-122"/>
                <a:cs typeface="DM Sans Semi Bold" pitchFamily="34" charset="-120"/>
              </a:rPr>
              <a:t>DIP и интерфейсы</a:t>
            </a:r>
            <a:endParaRPr lang="en-US" sz="23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08433" y="4135638"/>
            <a:ext cx="655846" cy="65584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211613" y="6528656"/>
            <a:ext cx="1915071" cy="368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rgbClr val="464646"/>
                </a:solidFill>
                <a:ea typeface="DM Sans Semi Bold" pitchFamily="34" charset="-122"/>
                <a:cs typeface="DM Sans Semi Bold" pitchFamily="34" charset="-120"/>
              </a:rPr>
              <a:t>Принцип DI</a:t>
            </a:r>
            <a:endParaRPr lang="en-US" sz="23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94919" y="4135638"/>
            <a:ext cx="655846" cy="65584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2758749" y="6528656"/>
            <a:ext cx="1915070" cy="368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rgbClr val="464646"/>
                </a:solidFill>
                <a:ea typeface="DM Sans Semi Bold" pitchFamily="34" charset="-122"/>
                <a:cs typeface="DM Sans Semi Bold" pitchFamily="34" charset="-120"/>
              </a:rPr>
              <a:t>Проблема</a:t>
            </a:r>
            <a:endParaRPr lang="en-US" sz="23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6" name="Рукописный ввод 15">
                <a:extLst>
                  <a:ext uri="{FF2B5EF4-FFF2-40B4-BE49-F238E27FC236}">
                    <a16:creationId xmlns:a16="http://schemas.microsoft.com/office/drawing/2014/main" id="{15845848-6361-38FF-1626-2DE228FA4B9B}"/>
                  </a:ext>
                </a:extLst>
              </p14:cNvPr>
              <p14:cNvContentPartPr/>
              <p14:nvPr/>
            </p14:nvContentPartPr>
            <p14:xfrm>
              <a:off x="12974040" y="7796045"/>
              <a:ext cx="1363680" cy="258840"/>
            </p14:xfrm>
          </p:contentPart>
        </mc:Choice>
        <mc:Fallback>
          <p:pic>
            <p:nvPicPr>
              <p:cNvPr id="16" name="Рукописный ввод 15">
                <a:extLst>
                  <a:ext uri="{FF2B5EF4-FFF2-40B4-BE49-F238E27FC236}">
                    <a16:creationId xmlns:a16="http://schemas.microsoft.com/office/drawing/2014/main" id="{15845848-6361-38FF-1626-2DE228FA4B9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911040" y="7733045"/>
                <a:ext cx="1489320" cy="38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7" name="Рукописный ввод 16">
                <a:extLst>
                  <a:ext uri="{FF2B5EF4-FFF2-40B4-BE49-F238E27FC236}">
                    <a16:creationId xmlns:a16="http://schemas.microsoft.com/office/drawing/2014/main" id="{C4394C6C-E820-33E5-37E2-00ACF9EC4EC5}"/>
                  </a:ext>
                </a:extLst>
              </p14:cNvPr>
              <p14:cNvContentPartPr/>
              <p14:nvPr/>
            </p14:nvContentPartPr>
            <p14:xfrm>
              <a:off x="13064040" y="7886765"/>
              <a:ext cx="1401480" cy="133200"/>
            </p14:xfrm>
          </p:contentPart>
        </mc:Choice>
        <mc:Fallback>
          <p:pic>
            <p:nvPicPr>
              <p:cNvPr id="17" name="Рукописный ввод 16">
                <a:extLst>
                  <a:ext uri="{FF2B5EF4-FFF2-40B4-BE49-F238E27FC236}">
                    <a16:creationId xmlns:a16="http://schemas.microsoft.com/office/drawing/2014/main" id="{C4394C6C-E820-33E5-37E2-00ACF9EC4EC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3001400" y="7824125"/>
                <a:ext cx="1527120" cy="258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599128"/>
            <a:ext cx="1003459" cy="441484"/>
          </a:xfrm>
          <a:prstGeom prst="roundRect">
            <a:avLst>
              <a:gd name="adj" fmla="val 6165"/>
            </a:avLst>
          </a:prstGeom>
          <a:noFill/>
          <a:ln w="7620">
            <a:solidFill>
              <a:srgbClr val="1C977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937498" y="1674733"/>
            <a:ext cx="71604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ГЛАВА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131338"/>
            <a:ext cx="854880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ea typeface="DM Sans Semi Bold" pitchFamily="34" charset="-122"/>
                <a:cs typeface="DM Sans Semi Bold" pitchFamily="34" charset="-120"/>
              </a:rPr>
              <a:t>Что такое зависимость в ООП?</a:t>
            </a:r>
            <a:endParaRPr lang="en-US" sz="4450" dirty="0"/>
          </a:p>
        </p:txBody>
      </p:sp>
      <p:sp>
        <p:nvSpPr>
          <p:cNvPr id="5" name="Shape 3"/>
          <p:cNvSpPr/>
          <p:nvPr/>
        </p:nvSpPr>
        <p:spPr>
          <a:xfrm>
            <a:off x="630436" y="3180278"/>
            <a:ext cx="6571417" cy="3450193"/>
          </a:xfrm>
          <a:prstGeom prst="roundRect">
            <a:avLst>
              <a:gd name="adj" fmla="val 986"/>
            </a:avLst>
          </a:prstGeom>
          <a:solidFill>
            <a:srgbClr val="1C977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857250" y="34070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30303"/>
                </a:solidFill>
                <a:ea typeface="DM Sans Semi Bold" pitchFamily="34" charset="-122"/>
                <a:cs typeface="DM Sans Semi Bold" pitchFamily="34" charset="-120"/>
              </a:rPr>
              <a:t>Зависимость — это...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57250" y="3988237"/>
            <a:ext cx="611778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ea typeface="Inter Medium" pitchFamily="34" charset="-122"/>
                <a:cs typeface="Inter Medium" pitchFamily="34" charset="-120"/>
              </a:rPr>
              <a:t>...когда один класс </a:t>
            </a:r>
            <a:r>
              <a:rPr lang="en-US" sz="1750" b="1" dirty="0">
                <a:solidFill>
                  <a:srgbClr val="000000"/>
                </a:solidFill>
                <a:ea typeface="Inter Medium" pitchFamily="34" charset="-122"/>
                <a:cs typeface="Inter Medium" pitchFamily="34" charset="-120"/>
              </a:rPr>
              <a:t>использует другой</a:t>
            </a:r>
            <a:r>
              <a:rPr lang="en-US" sz="1750" dirty="0">
                <a:solidFill>
                  <a:srgbClr val="000000"/>
                </a:solidFill>
                <a:ea typeface="Inter Medium" pitchFamily="34" charset="-122"/>
                <a:cs typeface="Inter Medium" pitchFamily="34" charset="-120"/>
              </a:rPr>
              <a:t> для выполнения своей работы.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857250" y="4918115"/>
            <a:ext cx="611778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ea typeface="Inter Medium" pitchFamily="34" charset="-122"/>
                <a:cs typeface="Inter Medium" pitchFamily="34" charset="-120"/>
              </a:rPr>
              <a:t>Примеры: база данных, репозиторий, логгер, отправитель сообщений.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3407093"/>
            <a:ext cx="374451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30303"/>
                </a:solidFill>
                <a:ea typeface="DM Sans Semi Bold" pitchFamily="34" charset="-122"/>
                <a:cs typeface="DM Sans Semi Bold" pitchFamily="34" charset="-120"/>
              </a:rPr>
              <a:t>Где начинается проблема?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599521" y="3988237"/>
            <a:ext cx="6244709" cy="111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ea typeface="Inter Medium" pitchFamily="34" charset="-122"/>
                <a:cs typeface="Inter Medium" pitchFamily="34" charset="-120"/>
              </a:rPr>
              <a:t>Проблема возникает, когда класс </a:t>
            </a:r>
            <a:r>
              <a:rPr lang="en-US" sz="1750" b="1" dirty="0">
                <a:solidFill>
                  <a:srgbClr val="464646"/>
                </a:solidFill>
                <a:ea typeface="Inter Medium" pitchFamily="34" charset="-122"/>
                <a:cs typeface="Inter Medium" pitchFamily="34" charset="-120"/>
              </a:rPr>
              <a:t>сам создаёт</a:t>
            </a:r>
            <a:r>
              <a:rPr lang="en-US" sz="1750" dirty="0">
                <a:solidFill>
                  <a:srgbClr val="464646"/>
                </a:solidFill>
                <a:ea typeface="Inter Medium" pitchFamily="34" charset="-122"/>
                <a:cs typeface="Inter Medium" pitchFamily="34" charset="-120"/>
              </a:rPr>
              <a:t> нужный объект через </a:t>
            </a:r>
            <a:r>
              <a:rPr lang="en-US" sz="1750" dirty="0">
                <a:solidFill>
                  <a:srgbClr val="464646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750" dirty="0">
                <a:solidFill>
                  <a:srgbClr val="464646"/>
                </a:solidFill>
                <a:ea typeface="Inter Medium" pitchFamily="34" charset="-122"/>
                <a:cs typeface="Inter Medium" pitchFamily="34" charset="-120"/>
              </a:rPr>
              <a:t>. Это приводит к </a:t>
            </a:r>
            <a:r>
              <a:rPr lang="en-US" sz="1750" b="1" dirty="0">
                <a:solidFill>
                  <a:srgbClr val="464646"/>
                </a:solidFill>
                <a:ea typeface="Inter Medium" pitchFamily="34" charset="-122"/>
                <a:cs typeface="Inter Medium" pitchFamily="34" charset="-120"/>
              </a:rPr>
              <a:t>жёсткой связанности</a:t>
            </a:r>
            <a:r>
              <a:rPr lang="en-US" sz="1750" dirty="0">
                <a:solidFill>
                  <a:srgbClr val="464646"/>
                </a:solidFill>
                <a:ea typeface="Inter Medium" pitchFamily="34" charset="-122"/>
                <a:cs typeface="Inter Medium" pitchFamily="34" charset="-120"/>
              </a:rPr>
              <a:t> с конкретной реализацией.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5303877"/>
            <a:ext cx="6244709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ea typeface="Inter Medium" pitchFamily="34" charset="-122"/>
                <a:cs typeface="Inter Medium" pitchFamily="34" charset="-120"/>
              </a:rPr>
              <a:t>Код становится менее гибким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ea typeface="Inter Medium" pitchFamily="34" charset="-122"/>
                <a:cs typeface="Inter Medium" pitchFamily="34" charset="-120"/>
              </a:rPr>
              <a:t>Тестирование усложняется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ea typeface="Inter Medium" pitchFamily="34" charset="-122"/>
                <a:cs typeface="Inter Medium" pitchFamily="34" charset="-120"/>
              </a:rPr>
              <a:t>Расширение требует правок внутри класса</a:t>
            </a:r>
            <a:endParaRPr lang="en-US" sz="17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2" name="Рукописный ввод 11">
                <a:extLst>
                  <a:ext uri="{FF2B5EF4-FFF2-40B4-BE49-F238E27FC236}">
                    <a16:creationId xmlns:a16="http://schemas.microsoft.com/office/drawing/2014/main" id="{37495D38-8E11-8889-939B-9D4B369EC9AC}"/>
                  </a:ext>
                </a:extLst>
              </p14:cNvPr>
              <p14:cNvContentPartPr/>
              <p14:nvPr/>
            </p14:nvContentPartPr>
            <p14:xfrm>
              <a:off x="12908520" y="7839245"/>
              <a:ext cx="1529640" cy="205920"/>
            </p14:xfrm>
          </p:contentPart>
        </mc:Choice>
        <mc:Fallback>
          <p:pic>
            <p:nvPicPr>
              <p:cNvPr id="12" name="Рукописный ввод 11">
                <a:extLst>
                  <a:ext uri="{FF2B5EF4-FFF2-40B4-BE49-F238E27FC236}">
                    <a16:creationId xmlns:a16="http://schemas.microsoft.com/office/drawing/2014/main" id="{37495D38-8E11-8889-939B-9D4B369EC9A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845520" y="7776605"/>
                <a:ext cx="1655280" cy="331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649010"/>
            <a:ext cx="1039892" cy="441484"/>
          </a:xfrm>
          <a:prstGeom prst="roundRect">
            <a:avLst>
              <a:gd name="adj" fmla="val 6165"/>
            </a:avLst>
          </a:prstGeom>
          <a:noFill/>
          <a:ln w="7620">
            <a:solidFill>
              <a:srgbClr val="1C977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937498" y="724614"/>
            <a:ext cx="75247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ГЛАВА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181219"/>
            <a:ext cx="579715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ea typeface="DM Sans Semi Bold" pitchFamily="34" charset="-122"/>
                <a:cs typeface="DM Sans Semi Bold" pitchFamily="34" charset="-120"/>
              </a:rPr>
              <a:t>Проблема: код без DI</a:t>
            </a:r>
            <a:endParaRPr lang="en-US" sz="4450" dirty="0"/>
          </a:p>
        </p:txBody>
      </p:sp>
      <p:sp>
        <p:nvSpPr>
          <p:cNvPr id="5" name="Shape 3"/>
          <p:cNvSpPr/>
          <p:nvPr/>
        </p:nvSpPr>
        <p:spPr>
          <a:xfrm>
            <a:off x="793790" y="2230160"/>
            <a:ext cx="13042821" cy="2993946"/>
          </a:xfrm>
          <a:prstGeom prst="roundRect">
            <a:avLst>
              <a:gd name="adj" fmla="val 113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782479" y="2230160"/>
            <a:ext cx="13065443" cy="2993946"/>
          </a:xfrm>
          <a:prstGeom prst="roundRect">
            <a:avLst>
              <a:gd name="adj" fmla="val 113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1065967" y="2456974"/>
            <a:ext cx="12498467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3A49"/>
                </a:solidFill>
                <a:highlight>
                  <a:srgbClr val="F2F2F2"/>
                </a:highlight>
                <a:ea typeface="Consolas Medium" pitchFamily="34" charset="-122"/>
                <a:cs typeface="Consolas Medium" pitchFamily="34" charset="-120"/>
              </a:rPr>
              <a:t>public class NotificationService {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3A49"/>
                </a:solidFill>
                <a:highlight>
                  <a:srgbClr val="F2F2F2"/>
                </a:highlight>
                <a:ea typeface="Consolas Medium" pitchFamily="34" charset="-122"/>
                <a:cs typeface="Consolas Medium" pitchFamily="34" charset="-120"/>
              </a:rPr>
              <a:t>    private EmailSender emailSender = new EmailSender(); // жёсткая связанность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3A49"/>
                </a:solidFill>
                <a:highlight>
                  <a:srgbClr val="F2F2F2"/>
                </a:highlight>
                <a:ea typeface="Consolas Medium" pitchFamily="34" charset="-122"/>
                <a:cs typeface="Consolas Medium" pitchFamily="34" charset="-120"/>
              </a:rPr>
              <a:t>    public void notifyUser(String email, String message) {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3A49"/>
                </a:solidFill>
                <a:highlight>
                  <a:srgbClr val="F2F2F2"/>
                </a:highlight>
                <a:ea typeface="Consolas Medium" pitchFamily="34" charset="-122"/>
                <a:cs typeface="Consolas Medium" pitchFamily="34" charset="-120"/>
              </a:rPr>
              <a:t>        emailSender.send(email, "Notification", message);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3A49"/>
                </a:solidFill>
                <a:highlight>
                  <a:srgbClr val="F2F2F2"/>
                </a:highlight>
                <a:ea typeface="Consolas Medium" pitchFamily="34" charset="-122"/>
                <a:cs typeface="Consolas Medium" pitchFamily="34" charset="-120"/>
              </a:rPr>
              <a:t>    }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3A49"/>
                </a:solidFill>
                <a:highlight>
                  <a:srgbClr val="F2F2F2"/>
                </a:highlight>
                <a:ea typeface="Consolas Medium" pitchFamily="34" charset="-122"/>
                <a:cs typeface="Consolas Medium" pitchFamily="34" charset="-120"/>
              </a:rPr>
              <a:t>}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93790" y="5479256"/>
            <a:ext cx="4196358" cy="2101334"/>
          </a:xfrm>
          <a:prstGeom prst="roundRect">
            <a:avLst>
              <a:gd name="adj" fmla="val 1619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1051084" y="5736550"/>
            <a:ext cx="333375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ea typeface="DM Sans Semi Bold" pitchFamily="34" charset="-122"/>
                <a:cs typeface="DM Sans Semi Bold" pitchFamily="34" charset="-120"/>
              </a:rPr>
              <a:t>🔒</a:t>
            </a:r>
            <a:r>
              <a:rPr lang="en-US" sz="2200" dirty="0">
                <a:solidFill>
                  <a:srgbClr val="464646"/>
                </a:solidFill>
                <a:ea typeface="DM Sans Semi Bold" pitchFamily="34" charset="-122"/>
                <a:cs typeface="DM Sans Semi Bold" pitchFamily="34" charset="-120"/>
              </a:rPr>
              <a:t> Жёсткая связанность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51084" y="6234589"/>
            <a:ext cx="3681770" cy="748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ea typeface="Inter Medium" pitchFamily="34" charset="-122"/>
                <a:cs typeface="Inter Medium" pitchFamily="34" charset="-120"/>
              </a:rPr>
              <a:t>Нельзя заменить </a:t>
            </a:r>
            <a:r>
              <a:rPr lang="en-US" sz="1750" dirty="0">
                <a:solidFill>
                  <a:srgbClr val="464646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EmailSender</a:t>
            </a:r>
            <a:r>
              <a:rPr lang="en-US" sz="1750" dirty="0">
                <a:solidFill>
                  <a:srgbClr val="464646"/>
                </a:solidFill>
                <a:ea typeface="Inter Medium" pitchFamily="34" charset="-122"/>
                <a:cs typeface="Inter Medium" pitchFamily="34" charset="-120"/>
              </a:rPr>
              <a:t> без изменения класса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5216962" y="5479256"/>
            <a:ext cx="4196358" cy="2101334"/>
          </a:xfrm>
          <a:prstGeom prst="roundRect">
            <a:avLst>
              <a:gd name="adj" fmla="val 1619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5474256" y="5736550"/>
            <a:ext cx="352365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ea typeface="DM Sans Semi Bold" pitchFamily="34" charset="-122"/>
                <a:cs typeface="DM Sans Semi Bold" pitchFamily="34" charset="-120"/>
              </a:rPr>
              <a:t>🧪</a:t>
            </a:r>
            <a:r>
              <a:rPr lang="en-US" sz="2200" dirty="0">
                <a:solidFill>
                  <a:srgbClr val="464646"/>
                </a:solidFill>
                <a:ea typeface="DM Sans Semi Bold" pitchFamily="34" charset="-122"/>
                <a:cs typeface="DM Sans Semi Bold" pitchFamily="34" charset="-120"/>
              </a:rPr>
              <a:t> Плохая тестируемость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74256" y="6234589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ea typeface="Inter Medium" pitchFamily="34" charset="-122"/>
                <a:cs typeface="Inter Medium" pitchFamily="34" charset="-120"/>
              </a:rPr>
              <a:t>Невозможно подставить мок-объект в тестах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9640133" y="5479256"/>
            <a:ext cx="4196358" cy="2101334"/>
          </a:xfrm>
          <a:prstGeom prst="roundRect">
            <a:avLst>
              <a:gd name="adj" fmla="val 1619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9897427" y="5736550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ea typeface="DM Sans Semi Bold" pitchFamily="34" charset="-122"/>
                <a:cs typeface="DM Sans Semi Bold" pitchFamily="34" charset="-120"/>
              </a:rPr>
              <a:t>⚠️</a:t>
            </a:r>
            <a:r>
              <a:rPr lang="en-US" sz="2200" dirty="0">
                <a:solidFill>
                  <a:srgbClr val="464646"/>
                </a:solidFill>
                <a:ea typeface="DM Sans Semi Bold" pitchFamily="34" charset="-122"/>
                <a:cs typeface="DM Sans Semi Bold" pitchFamily="34" charset="-120"/>
              </a:rPr>
              <a:t> Нарушение SRP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897427" y="6234589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ea typeface="Inter Medium" pitchFamily="34" charset="-122"/>
                <a:cs typeface="Inter Medium" pitchFamily="34" charset="-120"/>
              </a:rPr>
              <a:t>Класс отвечает и за бизнес-логику, и за создание зависимостей</a:t>
            </a:r>
            <a:endParaRPr lang="en-US" sz="17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7" name="Рукописный ввод 16">
                <a:extLst>
                  <a:ext uri="{FF2B5EF4-FFF2-40B4-BE49-F238E27FC236}">
                    <a16:creationId xmlns:a16="http://schemas.microsoft.com/office/drawing/2014/main" id="{68F723B4-FBC7-67C6-A474-B811FC26E5AD}"/>
                  </a:ext>
                </a:extLst>
              </p14:cNvPr>
              <p14:cNvContentPartPr/>
              <p14:nvPr/>
            </p14:nvContentPartPr>
            <p14:xfrm>
              <a:off x="12925440" y="7849325"/>
              <a:ext cx="1586880" cy="236520"/>
            </p14:xfrm>
          </p:contentPart>
        </mc:Choice>
        <mc:Fallback>
          <p:pic>
            <p:nvPicPr>
              <p:cNvPr id="17" name="Рукописный ввод 16">
                <a:extLst>
                  <a:ext uri="{FF2B5EF4-FFF2-40B4-BE49-F238E27FC236}">
                    <a16:creationId xmlns:a16="http://schemas.microsoft.com/office/drawing/2014/main" id="{68F723B4-FBC7-67C6-A474-B811FC26E5A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862800" y="7786325"/>
                <a:ext cx="1712520" cy="362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407" y="629245"/>
            <a:ext cx="1026200" cy="432554"/>
          </a:xfrm>
          <a:prstGeom prst="roundRect">
            <a:avLst>
              <a:gd name="adj" fmla="val 6194"/>
            </a:avLst>
          </a:prstGeom>
          <a:noFill/>
          <a:ln w="7620">
            <a:solidFill>
              <a:srgbClr val="1C977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922972" y="703778"/>
            <a:ext cx="743069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ГЛАВА 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81407" y="1149667"/>
            <a:ext cx="8989100" cy="697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rgbClr val="030303"/>
                </a:solidFill>
                <a:ea typeface="DM Sans Semi Bold" pitchFamily="34" charset="-122"/>
                <a:cs typeface="DM Sans Semi Bold" pitchFamily="34" charset="-120"/>
              </a:rPr>
              <a:t>Что такое Dependency Injection?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781407" y="2177058"/>
            <a:ext cx="1306758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464646"/>
                </a:solidFill>
                <a:ea typeface="Inter Medium" pitchFamily="34" charset="-122"/>
                <a:cs typeface="Inter Medium" pitchFamily="34" charset="-120"/>
              </a:rPr>
              <a:t>DI — это подход, при котором объект </a:t>
            </a:r>
            <a:r>
              <a:rPr lang="en-US" sz="1750" b="1" dirty="0">
                <a:solidFill>
                  <a:srgbClr val="464646"/>
                </a:solidFill>
                <a:ea typeface="Inter Medium" pitchFamily="34" charset="-122"/>
                <a:cs typeface="Inter Medium" pitchFamily="34" charset="-120"/>
              </a:rPr>
              <a:t>не создаёт свои зависимости сам</a:t>
            </a:r>
            <a:r>
              <a:rPr lang="en-US" sz="1750" dirty="0">
                <a:solidFill>
                  <a:srgbClr val="464646"/>
                </a:solidFill>
                <a:ea typeface="Inter Medium" pitchFamily="34" charset="-122"/>
                <a:cs typeface="Inter Medium" pitchFamily="34" charset="-120"/>
              </a:rPr>
              <a:t>, а получает их извне. Не класс ищет себе помощника — ему </a:t>
            </a:r>
            <a:r>
              <a:rPr lang="en-US" sz="1750" b="1" dirty="0">
                <a:solidFill>
                  <a:srgbClr val="464646"/>
                </a:solidFill>
                <a:ea typeface="Inter Medium" pitchFamily="34" charset="-122"/>
                <a:cs typeface="Inter Medium" pitchFamily="34" charset="-120"/>
              </a:rPr>
              <a:t>передают уже готовый объект</a:t>
            </a:r>
            <a:r>
              <a:rPr lang="en-US" sz="1750" dirty="0">
                <a:solidFill>
                  <a:srgbClr val="464646"/>
                </a:solidFill>
                <a:ea typeface="Inter Medium" pitchFamily="34" charset="-122"/>
                <a:cs typeface="Inter Medium" pitchFamily="34" charset="-120"/>
              </a:rPr>
              <a:t>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81407" y="3132892"/>
            <a:ext cx="13067586" cy="2926794"/>
          </a:xfrm>
          <a:prstGeom prst="roundRect">
            <a:avLst>
              <a:gd name="adj" fmla="val 1144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770334" y="3132892"/>
            <a:ext cx="13089731" cy="2926794"/>
          </a:xfrm>
          <a:prstGeom prst="roundRect">
            <a:avLst>
              <a:gd name="adj" fmla="val 1144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1049417" y="3356134"/>
            <a:ext cx="12531566" cy="2480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D73A49"/>
                </a:solidFill>
                <a:highlight>
                  <a:srgbClr val="F2F2F2"/>
                </a:highlight>
                <a:ea typeface="Consolas Medium" pitchFamily="34" charset="-122"/>
                <a:cs typeface="Consolas Medium" pitchFamily="34" charset="-120"/>
              </a:rPr>
              <a:t>public class NotificationService {</a:t>
            </a:r>
            <a:endParaRPr lang="en-US" sz="175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D73A49"/>
                </a:solidFill>
                <a:highlight>
                  <a:srgbClr val="F2F2F2"/>
                </a:highlight>
                <a:ea typeface="Consolas Medium" pitchFamily="34" charset="-122"/>
                <a:cs typeface="Consolas Medium" pitchFamily="34" charset="-120"/>
              </a:rPr>
              <a:t>    private final EmailSender emailSender;</a:t>
            </a:r>
            <a:endParaRPr lang="en-US" sz="1750" dirty="0"/>
          </a:p>
          <a:p>
            <a:pPr marL="0" indent="0" algn="l">
              <a:lnSpc>
                <a:spcPts val="2750"/>
              </a:lnSpc>
              <a:buNone/>
            </a:pPr>
            <a:endParaRPr lang="en-US" sz="175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D73A49"/>
                </a:solidFill>
                <a:highlight>
                  <a:srgbClr val="F2F2F2"/>
                </a:highlight>
                <a:ea typeface="Consolas Medium" pitchFamily="34" charset="-122"/>
                <a:cs typeface="Consolas Medium" pitchFamily="34" charset="-120"/>
              </a:rPr>
              <a:t>    public NotificationService(EmailSender emailSender) {</a:t>
            </a:r>
            <a:endParaRPr lang="en-US" sz="175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D73A49"/>
                </a:solidFill>
                <a:highlight>
                  <a:srgbClr val="F2F2F2"/>
                </a:highlight>
                <a:ea typeface="Consolas Medium" pitchFamily="34" charset="-122"/>
                <a:cs typeface="Consolas Medium" pitchFamily="34" charset="-120"/>
              </a:rPr>
              <a:t>        this.emailSender = emailSender; // зависимость передаётся снаружи</a:t>
            </a:r>
            <a:endParaRPr lang="en-US" sz="175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D73A49"/>
                </a:solidFill>
                <a:highlight>
                  <a:srgbClr val="F2F2F2"/>
                </a:highlight>
                <a:ea typeface="Consolas Medium" pitchFamily="34" charset="-122"/>
                <a:cs typeface="Consolas Medium" pitchFamily="34" charset="-120"/>
              </a:rPr>
              <a:t>    }</a:t>
            </a:r>
            <a:endParaRPr lang="en-US" sz="175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D73A49"/>
                </a:solidFill>
                <a:highlight>
                  <a:srgbClr val="F2F2F2"/>
                </a:highlight>
                <a:ea typeface="Consolas Medium" pitchFamily="34" charset="-122"/>
                <a:cs typeface="Consolas Medium" pitchFamily="34" charset="-120"/>
              </a:rPr>
              <a:t>}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81407" y="6306860"/>
            <a:ext cx="13067586" cy="1293495"/>
          </a:xfrm>
          <a:prstGeom prst="roundRect">
            <a:avLst>
              <a:gd name="adj" fmla="val 2589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49" y="6641902"/>
            <a:ext cx="279083" cy="22324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06974" y="6582370"/>
            <a:ext cx="1211877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000000"/>
                </a:solidFill>
                <a:ea typeface="Inter Medium" pitchFamily="34" charset="-122"/>
                <a:cs typeface="Inter Medium" pitchFamily="34" charset="-120"/>
              </a:rPr>
              <a:t>DI разделяет две задачи: </a:t>
            </a:r>
            <a:r>
              <a:rPr lang="en-US" sz="1750" b="1" dirty="0">
                <a:solidFill>
                  <a:srgbClr val="000000"/>
                </a:solidFill>
                <a:ea typeface="Inter Medium" pitchFamily="34" charset="-122"/>
                <a:cs typeface="Inter Medium" pitchFamily="34" charset="-120"/>
              </a:rPr>
              <a:t>работу класса</a:t>
            </a:r>
            <a:r>
              <a:rPr lang="en-US" sz="1750" dirty="0">
                <a:solidFill>
                  <a:srgbClr val="000000"/>
                </a:solidFill>
                <a:ea typeface="Inter Medium" pitchFamily="34" charset="-122"/>
                <a:cs typeface="Inter Medium" pitchFamily="34" charset="-120"/>
              </a:rPr>
              <a:t> и </a:t>
            </a:r>
            <a:r>
              <a:rPr lang="en-US" sz="1750" b="1" dirty="0">
                <a:solidFill>
                  <a:srgbClr val="000000"/>
                </a:solidFill>
                <a:ea typeface="Inter Medium" pitchFamily="34" charset="-122"/>
                <a:cs typeface="Inter Medium" pitchFamily="34" charset="-120"/>
              </a:rPr>
              <a:t>создание его зависимостей</a:t>
            </a:r>
            <a:r>
              <a:rPr lang="en-US" sz="1750" dirty="0">
                <a:solidFill>
                  <a:srgbClr val="000000"/>
                </a:solidFill>
                <a:ea typeface="Inter Medium" pitchFamily="34" charset="-122"/>
                <a:cs typeface="Inter Medium" pitchFamily="34" charset="-120"/>
              </a:rPr>
              <a:t>. Зависимость может передавать клиентский код, фабрика или DI-контейнер.</a:t>
            </a:r>
            <a:endParaRPr lang="en-US" sz="17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2" name="Рукописный ввод 11">
                <a:extLst>
                  <a:ext uri="{FF2B5EF4-FFF2-40B4-BE49-F238E27FC236}">
                    <a16:creationId xmlns:a16="http://schemas.microsoft.com/office/drawing/2014/main" id="{AADDA0C8-8949-28D4-CCD6-1FFAE8384D5F}"/>
                  </a:ext>
                </a:extLst>
              </p14:cNvPr>
              <p14:cNvContentPartPr/>
              <p14:nvPr/>
            </p14:nvContentPartPr>
            <p14:xfrm>
              <a:off x="12896280" y="7820165"/>
              <a:ext cx="1550880" cy="226800"/>
            </p14:xfrm>
          </p:contentPart>
        </mc:Choice>
        <mc:Fallback>
          <p:pic>
            <p:nvPicPr>
              <p:cNvPr id="12" name="Рукописный ввод 11">
                <a:extLst>
                  <a:ext uri="{FF2B5EF4-FFF2-40B4-BE49-F238E27FC236}">
                    <a16:creationId xmlns:a16="http://schemas.microsoft.com/office/drawing/2014/main" id="{AADDA0C8-8949-28D4-CCD6-1FFAE8384D5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833640" y="7757525"/>
                <a:ext cx="1676520" cy="352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23737" y="520065"/>
            <a:ext cx="805220" cy="315516"/>
          </a:xfrm>
          <a:prstGeom prst="roundRect">
            <a:avLst>
              <a:gd name="adj" fmla="val 6605"/>
            </a:avLst>
          </a:prstGeom>
          <a:noFill/>
          <a:ln w="7620">
            <a:solidFill>
              <a:srgbClr val="1C977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1435537" y="579715"/>
            <a:ext cx="581620" cy="1962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ГЛАВА 4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323737" y="888682"/>
            <a:ext cx="5117783" cy="542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030303"/>
                </a:solidFill>
                <a:ea typeface="DM Sans Semi Bold" pitchFamily="34" charset="-122"/>
                <a:cs typeface="DM Sans Semi Bold" pitchFamily="34" charset="-120"/>
              </a:rPr>
              <a:t>DIP и роль интерфейсов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323737" y="3260050"/>
            <a:ext cx="4163139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030303"/>
                </a:solidFill>
                <a:ea typeface="DM Sans Semi Bold" pitchFamily="34" charset="-122"/>
                <a:cs typeface="DM Sans Semi Bold" pitchFamily="34" charset="-120"/>
              </a:rPr>
              <a:t>Принцип инверсии зависимостей (DIP)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23737" y="3664148"/>
            <a:ext cx="5779532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464646"/>
                </a:solidFill>
                <a:ea typeface="Inter Medium" pitchFamily="34" charset="-122"/>
                <a:cs typeface="Inter Medium" pitchFamily="34" charset="-120"/>
              </a:rPr>
              <a:t>Модули верхнего уровня не должны зависеть от деталей. </a:t>
            </a:r>
            <a:r>
              <a:rPr lang="en-US" sz="1350" b="1" dirty="0">
                <a:solidFill>
                  <a:srgbClr val="464646"/>
                </a:solidFill>
                <a:ea typeface="Inter Medium" pitchFamily="34" charset="-122"/>
                <a:cs typeface="Inter Medium" pitchFamily="34" charset="-120"/>
              </a:rPr>
              <a:t>Оба уровня должны зависеть от абстракций.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323737" y="4304228"/>
            <a:ext cx="5779532" cy="873204"/>
          </a:xfrm>
          <a:prstGeom prst="roundRect">
            <a:avLst>
              <a:gd name="adj" fmla="val 2983"/>
            </a:avLst>
          </a:prstGeom>
          <a:solidFill>
            <a:srgbClr val="BEF3E2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7330" y="4552117"/>
            <a:ext cx="217051" cy="17359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87974" y="4480441"/>
            <a:ext cx="5041702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000000"/>
                </a:solidFill>
                <a:ea typeface="Inter Medium" pitchFamily="34" charset="-122"/>
                <a:cs typeface="Inter Medium" pitchFamily="34" charset="-120"/>
              </a:rPr>
              <a:t>DIP — это </a:t>
            </a:r>
            <a:r>
              <a:rPr lang="en-US" sz="1350" b="1" dirty="0">
                <a:solidFill>
                  <a:srgbClr val="000000"/>
                </a:solidFill>
                <a:ea typeface="Inter Medium" pitchFamily="34" charset="-122"/>
                <a:cs typeface="Inter Medium" pitchFamily="34" charset="-120"/>
              </a:rPr>
              <a:t>принцип</a:t>
            </a:r>
            <a:r>
              <a:rPr lang="en-US" sz="1350" dirty="0">
                <a:solidFill>
                  <a:srgbClr val="000000"/>
                </a:solidFill>
                <a:ea typeface="Inter Medium" pitchFamily="34" charset="-122"/>
                <a:cs typeface="Inter Medium" pitchFamily="34" charset="-120"/>
              </a:rPr>
              <a:t>, а DI — это </a:t>
            </a:r>
            <a:r>
              <a:rPr lang="en-US" sz="1350" b="1" dirty="0">
                <a:solidFill>
                  <a:srgbClr val="000000"/>
                </a:solidFill>
                <a:ea typeface="Inter Medium" pitchFamily="34" charset="-122"/>
                <a:cs typeface="Inter Medium" pitchFamily="34" charset="-120"/>
              </a:rPr>
              <a:t>способ его реализации</a:t>
            </a:r>
            <a:r>
              <a:rPr lang="en-US" sz="1350" dirty="0">
                <a:solidFill>
                  <a:srgbClr val="000000"/>
                </a:solidFill>
                <a:ea typeface="Inter Medium" pitchFamily="34" charset="-122"/>
                <a:cs typeface="Inter Medium" pitchFamily="34" charset="-120"/>
              </a:rPr>
              <a:t> на практике.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323737" y="5326975"/>
            <a:ext cx="5779532" cy="766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464646"/>
                </a:solidFill>
                <a:ea typeface="Inter Medium" pitchFamily="34" charset="-122"/>
                <a:cs typeface="Inter Medium" pitchFamily="34" charset="-120"/>
              </a:rPr>
              <a:t>Теперь </a:t>
            </a:r>
            <a:r>
              <a:rPr lang="en-US" sz="1350" dirty="0">
                <a:solidFill>
                  <a:srgbClr val="464646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NotificationService</a:t>
            </a:r>
            <a:r>
              <a:rPr lang="en-US" sz="1350" dirty="0">
                <a:solidFill>
                  <a:srgbClr val="464646"/>
                </a:solidFill>
                <a:ea typeface="Inter Medium" pitchFamily="34" charset="-122"/>
                <a:cs typeface="Inter Medium" pitchFamily="34" charset="-120"/>
              </a:rPr>
              <a:t> зависит не от конкретного класса, а от интерфейса </a:t>
            </a:r>
            <a:r>
              <a:rPr lang="en-US" sz="1350" dirty="0">
                <a:solidFill>
                  <a:srgbClr val="464646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MessageSender</a:t>
            </a:r>
            <a:r>
              <a:rPr lang="en-US" sz="1350" dirty="0">
                <a:solidFill>
                  <a:srgbClr val="464646"/>
                </a:solidFill>
                <a:ea typeface="Inter Medium" pitchFamily="34" charset="-122"/>
                <a:cs typeface="Inter Medium" pitchFamily="34" charset="-120"/>
              </a:rPr>
              <a:t> — можно легко подставить любую реализацию.</a:t>
            </a:r>
            <a:endParaRPr lang="en-US" sz="13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513" y="1780342"/>
            <a:ext cx="5779532" cy="5779532"/>
          </a:xfrm>
          <a:prstGeom prst="rect">
            <a:avLst/>
          </a:prstGeom>
        </p:spPr>
      </p:pic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7313" y="2218087"/>
            <a:ext cx="5779532" cy="577953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6">
            <p14:nvContentPartPr>
              <p14:cNvPr id="13" name="Рукописный ввод 12">
                <a:extLst>
                  <a:ext uri="{FF2B5EF4-FFF2-40B4-BE49-F238E27FC236}">
                    <a16:creationId xmlns:a16="http://schemas.microsoft.com/office/drawing/2014/main" id="{FA319C75-2258-566B-7F76-54DD0641D4D2}"/>
                  </a:ext>
                </a:extLst>
              </p14:cNvPr>
              <p14:cNvContentPartPr/>
              <p14:nvPr/>
            </p14:nvContentPartPr>
            <p14:xfrm>
              <a:off x="12596760" y="7849685"/>
              <a:ext cx="1402200" cy="156600"/>
            </p14:xfrm>
          </p:contentPart>
        </mc:Choice>
        <mc:Fallback>
          <p:pic>
            <p:nvPicPr>
              <p:cNvPr id="13" name="Рукописный ввод 12">
                <a:extLst>
                  <a:ext uri="{FF2B5EF4-FFF2-40B4-BE49-F238E27FC236}">
                    <a16:creationId xmlns:a16="http://schemas.microsoft.com/office/drawing/2014/main" id="{FA319C75-2258-566B-7F76-54DD0641D4D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588120" y="7796045"/>
                <a:ext cx="1419840" cy="26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8">
            <p14:nvContentPartPr>
              <p14:cNvPr id="14" name="Рукописный ввод 13">
                <a:extLst>
                  <a:ext uri="{FF2B5EF4-FFF2-40B4-BE49-F238E27FC236}">
                    <a16:creationId xmlns:a16="http://schemas.microsoft.com/office/drawing/2014/main" id="{B9218EA0-F07E-9D28-50E9-38B87986C72F}"/>
                  </a:ext>
                </a:extLst>
              </p14:cNvPr>
              <p14:cNvContentPartPr/>
              <p14:nvPr/>
            </p14:nvContentPartPr>
            <p14:xfrm>
              <a:off x="12773160" y="7869125"/>
              <a:ext cx="1360800" cy="214920"/>
            </p14:xfrm>
          </p:contentPart>
        </mc:Choice>
        <mc:Fallback>
          <p:pic>
            <p:nvPicPr>
              <p:cNvPr id="14" name="Рукописный ввод 13">
                <a:extLst>
                  <a:ext uri="{FF2B5EF4-FFF2-40B4-BE49-F238E27FC236}">
                    <a16:creationId xmlns:a16="http://schemas.microsoft.com/office/drawing/2014/main" id="{B9218EA0-F07E-9D28-50E9-38B87986C72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710160" y="7491485"/>
                <a:ext cx="1486440" cy="97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7" name="Рукописный ввод 16">
                <a:extLst>
                  <a:ext uri="{FF2B5EF4-FFF2-40B4-BE49-F238E27FC236}">
                    <a16:creationId xmlns:a16="http://schemas.microsoft.com/office/drawing/2014/main" id="{84E0159F-5F01-9DAA-03E3-ED867081931D}"/>
                  </a:ext>
                </a:extLst>
              </p14:cNvPr>
              <p14:cNvContentPartPr/>
              <p14:nvPr/>
            </p14:nvContentPartPr>
            <p14:xfrm>
              <a:off x="12966840" y="7770845"/>
              <a:ext cx="1362240" cy="99000"/>
            </p14:xfrm>
          </p:contentPart>
        </mc:Choice>
        <mc:Fallback>
          <p:pic>
            <p:nvPicPr>
              <p:cNvPr id="17" name="Рукописный ввод 16">
                <a:extLst>
                  <a:ext uri="{FF2B5EF4-FFF2-40B4-BE49-F238E27FC236}">
                    <a16:creationId xmlns:a16="http://schemas.microsoft.com/office/drawing/2014/main" id="{84E0159F-5F01-9DAA-03E3-ED867081931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2903840" y="7708205"/>
                <a:ext cx="148788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8" name="Рукописный ввод 17">
                <a:extLst>
                  <a:ext uri="{FF2B5EF4-FFF2-40B4-BE49-F238E27FC236}">
                    <a16:creationId xmlns:a16="http://schemas.microsoft.com/office/drawing/2014/main" id="{7A6E1A0C-EA7F-8039-1153-7226997FE676}"/>
                  </a:ext>
                </a:extLst>
              </p14:cNvPr>
              <p14:cNvContentPartPr/>
              <p14:nvPr/>
            </p14:nvContentPartPr>
            <p14:xfrm>
              <a:off x="12918960" y="7791725"/>
              <a:ext cx="1527840" cy="312840"/>
            </p14:xfrm>
          </p:contentPart>
        </mc:Choice>
        <mc:Fallback>
          <p:pic>
            <p:nvPicPr>
              <p:cNvPr id="18" name="Рукописный ввод 17">
                <a:extLst>
                  <a:ext uri="{FF2B5EF4-FFF2-40B4-BE49-F238E27FC236}">
                    <a16:creationId xmlns:a16="http://schemas.microsoft.com/office/drawing/2014/main" id="{7A6E1A0C-EA7F-8039-1153-7226997FE67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2855960" y="7728725"/>
                <a:ext cx="1653480" cy="438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025" y="648891"/>
            <a:ext cx="1005245" cy="423624"/>
          </a:xfrm>
          <a:prstGeom prst="roundRect">
            <a:avLst>
              <a:gd name="adj" fmla="val 6225"/>
            </a:avLst>
          </a:prstGeom>
          <a:noFill/>
          <a:ln w="7620">
            <a:solidFill>
              <a:srgbClr val="1C977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908447" y="722352"/>
            <a:ext cx="726400" cy="276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ГЛАВА 5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69025" y="1157645"/>
            <a:ext cx="9319260" cy="686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030303"/>
                </a:solidFill>
                <a:ea typeface="DM Sans Semi Bold" pitchFamily="34" charset="-122"/>
                <a:cs typeface="DM Sans Semi Bold" pitchFamily="34" charset="-120"/>
              </a:rPr>
              <a:t>Способы внедрения зависимостей</a:t>
            </a:r>
            <a:endParaRPr lang="en-US" sz="4300" dirty="0"/>
          </a:p>
        </p:txBody>
      </p:sp>
      <p:sp>
        <p:nvSpPr>
          <p:cNvPr id="5" name="Shape 3"/>
          <p:cNvSpPr/>
          <p:nvPr/>
        </p:nvSpPr>
        <p:spPr>
          <a:xfrm>
            <a:off x="769025" y="2163485"/>
            <a:ext cx="4222194" cy="5417225"/>
          </a:xfrm>
          <a:prstGeom prst="roundRect">
            <a:avLst>
              <a:gd name="adj" fmla="val 781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799505" y="2193965"/>
            <a:ext cx="4161234" cy="659130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2715339" y="2317552"/>
            <a:ext cx="329565" cy="411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550" dirty="0">
                <a:solidFill>
                  <a:srgbClr val="464646"/>
                </a:solidFill>
                <a:ea typeface="DM Sans Semi Bold" pitchFamily="34" charset="-122"/>
                <a:cs typeface="DM Sans Semi Bold" pitchFamily="34" charset="-120"/>
              </a:rPr>
              <a:t>1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019175" y="3065859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64646"/>
                </a:solidFill>
                <a:ea typeface="DM Sans Semi Bold" pitchFamily="34" charset="-122"/>
                <a:cs typeface="DM Sans Semi Bold" pitchFamily="34" charset="-120"/>
              </a:rPr>
              <a:t>Через конструктор</a:t>
            </a:r>
            <a:endParaRPr lang="en-US" sz="2150" dirty="0"/>
          </a:p>
        </p:txBody>
      </p:sp>
      <p:sp>
        <p:nvSpPr>
          <p:cNvPr id="9" name="Text 7"/>
          <p:cNvSpPr/>
          <p:nvPr/>
        </p:nvSpPr>
        <p:spPr>
          <a:xfrm>
            <a:off x="1019175" y="3536752"/>
            <a:ext cx="3721894" cy="1384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464646"/>
                </a:solidFill>
                <a:ea typeface="Inter Medium" pitchFamily="34" charset="-122"/>
                <a:cs typeface="Inter Medium" pitchFamily="34" charset="-120"/>
              </a:rPr>
              <a:t>Лучший вариант</a:t>
            </a:r>
            <a:r>
              <a:rPr lang="en-US" sz="1700" dirty="0">
                <a:solidFill>
                  <a:srgbClr val="464646"/>
                </a:solidFill>
                <a:ea typeface="Inter Medium" pitchFamily="34" charset="-122"/>
                <a:cs typeface="Inter Medium" pitchFamily="34" charset="-120"/>
              </a:rPr>
              <a:t> для обязательных зависимостей. Гарантирует, что объект создаётся уже готовым.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019175" y="5160645"/>
            <a:ext cx="3721894" cy="2169914"/>
          </a:xfrm>
          <a:prstGeom prst="roundRect">
            <a:avLst>
              <a:gd name="adj" fmla="val 1519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1008221" y="5160645"/>
            <a:ext cx="3743801" cy="2169914"/>
          </a:xfrm>
          <a:prstGeom prst="roundRect">
            <a:avLst>
              <a:gd name="adj" fmla="val 1519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1282779" y="5380315"/>
            <a:ext cx="3194685" cy="1730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73A49"/>
                </a:solidFill>
                <a:highlight>
                  <a:srgbClr val="F2F2F2"/>
                </a:highlight>
                <a:ea typeface="Consolas Medium" pitchFamily="34" charset="-122"/>
                <a:cs typeface="Consolas Medium" pitchFamily="34" charset="-120"/>
              </a:rPr>
              <a:t>public NotificationService(MessageSender sender) {</a:t>
            </a:r>
            <a:endParaRPr lang="en-US" sz="1700" dirty="0"/>
          </a:p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73A49"/>
                </a:solidFill>
                <a:highlight>
                  <a:srgbClr val="F2F2F2"/>
                </a:highlight>
                <a:ea typeface="Consolas Medium" pitchFamily="34" charset="-122"/>
                <a:cs typeface="Consolas Medium" pitchFamily="34" charset="-120"/>
              </a:rPr>
              <a:t>    this.sender = sender;</a:t>
            </a:r>
            <a:endParaRPr lang="en-US" sz="1700" dirty="0"/>
          </a:p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73A49"/>
                </a:solidFill>
                <a:highlight>
                  <a:srgbClr val="F2F2F2"/>
                </a:highlight>
                <a:ea typeface="Consolas Medium" pitchFamily="34" charset="-122"/>
                <a:cs typeface="Consolas Medium" pitchFamily="34" charset="-120"/>
              </a:rPr>
              <a:t>}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203984" y="2163485"/>
            <a:ext cx="4222313" cy="5417225"/>
          </a:xfrm>
          <a:prstGeom prst="roundRect">
            <a:avLst>
              <a:gd name="adj" fmla="val 781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Shape 12"/>
          <p:cNvSpPr/>
          <p:nvPr/>
        </p:nvSpPr>
        <p:spPr>
          <a:xfrm>
            <a:off x="5234464" y="2193965"/>
            <a:ext cx="4161353" cy="659130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7150298" y="2317552"/>
            <a:ext cx="329565" cy="411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550" dirty="0">
                <a:solidFill>
                  <a:srgbClr val="464646"/>
                </a:solidFill>
                <a:ea typeface="DM Sans Semi Bold" pitchFamily="34" charset="-122"/>
                <a:cs typeface="DM Sans Semi Bold" pitchFamily="34" charset="-120"/>
              </a:rPr>
              <a:t>2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5454134" y="3065859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64646"/>
                </a:solidFill>
                <a:ea typeface="DM Sans Semi Bold" pitchFamily="34" charset="-122"/>
                <a:cs typeface="DM Sans Semi Bold" pitchFamily="34" charset="-120"/>
              </a:rPr>
              <a:t>Через сеттер</a:t>
            </a:r>
            <a:endParaRPr lang="en-US" sz="2150" dirty="0"/>
          </a:p>
        </p:txBody>
      </p:sp>
      <p:sp>
        <p:nvSpPr>
          <p:cNvPr id="17" name="Text 15"/>
          <p:cNvSpPr/>
          <p:nvPr/>
        </p:nvSpPr>
        <p:spPr>
          <a:xfrm>
            <a:off x="5454134" y="3536752"/>
            <a:ext cx="3722013" cy="1384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464646"/>
                </a:solidFill>
                <a:ea typeface="Inter Medium" pitchFamily="34" charset="-122"/>
                <a:cs typeface="Inter Medium" pitchFamily="34" charset="-120"/>
              </a:rPr>
              <a:t>Подходит для </a:t>
            </a:r>
            <a:r>
              <a:rPr lang="en-US" sz="1700" b="1" dirty="0">
                <a:solidFill>
                  <a:srgbClr val="464646"/>
                </a:solidFill>
                <a:ea typeface="Inter Medium" pitchFamily="34" charset="-122"/>
                <a:cs typeface="Inter Medium" pitchFamily="34" charset="-120"/>
              </a:rPr>
              <a:t>необязательных</a:t>
            </a:r>
            <a:r>
              <a:rPr lang="en-US" sz="1700" dirty="0">
                <a:solidFill>
                  <a:srgbClr val="464646"/>
                </a:solidFill>
                <a:ea typeface="Inter Medium" pitchFamily="34" charset="-122"/>
                <a:cs typeface="Inter Medium" pitchFamily="34" charset="-120"/>
              </a:rPr>
              <a:t> зависимостей, которые можно изменить после создания объекта.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454134" y="5160645"/>
            <a:ext cx="3722013" cy="2169914"/>
          </a:xfrm>
          <a:prstGeom prst="roundRect">
            <a:avLst>
              <a:gd name="adj" fmla="val 1519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9" name="Shape 17"/>
          <p:cNvSpPr/>
          <p:nvPr/>
        </p:nvSpPr>
        <p:spPr>
          <a:xfrm>
            <a:off x="5443180" y="5160645"/>
            <a:ext cx="3743920" cy="2169914"/>
          </a:xfrm>
          <a:prstGeom prst="roundRect">
            <a:avLst>
              <a:gd name="adj" fmla="val 1519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5717738" y="5380315"/>
            <a:ext cx="3194804" cy="1730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73A49"/>
                </a:solidFill>
                <a:highlight>
                  <a:srgbClr val="F2F2F2"/>
                </a:highlight>
                <a:ea typeface="Consolas Medium" pitchFamily="34" charset="-122"/>
                <a:cs typeface="Consolas Medium" pitchFamily="34" charset="-120"/>
              </a:rPr>
              <a:t>public void setSender(MessageSender sender) {</a:t>
            </a:r>
            <a:endParaRPr lang="en-US" sz="1700" dirty="0"/>
          </a:p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73A49"/>
                </a:solidFill>
                <a:highlight>
                  <a:srgbClr val="F2F2F2"/>
                </a:highlight>
                <a:ea typeface="Consolas Medium" pitchFamily="34" charset="-122"/>
                <a:cs typeface="Consolas Medium" pitchFamily="34" charset="-120"/>
              </a:rPr>
              <a:t>    this.sender = sender;</a:t>
            </a:r>
            <a:endParaRPr lang="en-US" sz="1700" dirty="0"/>
          </a:p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73A49"/>
                </a:solidFill>
                <a:highlight>
                  <a:srgbClr val="F2F2F2"/>
                </a:highlight>
                <a:ea typeface="Consolas Medium" pitchFamily="34" charset="-122"/>
                <a:cs typeface="Consolas Medium" pitchFamily="34" charset="-120"/>
              </a:rPr>
              <a:t>}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9639062" y="2163485"/>
            <a:ext cx="4222313" cy="5417225"/>
          </a:xfrm>
          <a:prstGeom prst="roundRect">
            <a:avLst>
              <a:gd name="adj" fmla="val 781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Shape 20"/>
          <p:cNvSpPr/>
          <p:nvPr/>
        </p:nvSpPr>
        <p:spPr>
          <a:xfrm>
            <a:off x="9669542" y="2193965"/>
            <a:ext cx="4161353" cy="659130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21"/>
          <p:cNvSpPr/>
          <p:nvPr/>
        </p:nvSpPr>
        <p:spPr>
          <a:xfrm>
            <a:off x="11585377" y="2317552"/>
            <a:ext cx="329565" cy="411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550" dirty="0">
                <a:solidFill>
                  <a:srgbClr val="464646"/>
                </a:solidFill>
                <a:ea typeface="DM Sans Semi Bold" pitchFamily="34" charset="-122"/>
                <a:cs typeface="DM Sans Semi Bold" pitchFamily="34" charset="-120"/>
              </a:rPr>
              <a:t>3</a:t>
            </a:r>
            <a:endParaRPr lang="en-US" sz="2550" dirty="0"/>
          </a:p>
        </p:txBody>
      </p:sp>
      <p:sp>
        <p:nvSpPr>
          <p:cNvPr id="24" name="Text 22"/>
          <p:cNvSpPr/>
          <p:nvPr/>
        </p:nvSpPr>
        <p:spPr>
          <a:xfrm>
            <a:off x="9889212" y="3065859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64646"/>
                </a:solidFill>
                <a:ea typeface="DM Sans Semi Bold" pitchFamily="34" charset="-122"/>
                <a:cs typeface="DM Sans Semi Bold" pitchFamily="34" charset="-120"/>
              </a:rPr>
              <a:t>Через интерфейс</a:t>
            </a:r>
            <a:endParaRPr lang="en-US" sz="2150" dirty="0"/>
          </a:p>
        </p:txBody>
      </p:sp>
      <p:sp>
        <p:nvSpPr>
          <p:cNvPr id="25" name="Text 23"/>
          <p:cNvSpPr/>
          <p:nvPr/>
        </p:nvSpPr>
        <p:spPr>
          <a:xfrm>
            <a:off x="9889212" y="3536752"/>
            <a:ext cx="3722013" cy="1384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464646"/>
                </a:solidFill>
                <a:ea typeface="Inter Medium" pitchFamily="34" charset="-122"/>
                <a:cs typeface="Inter Medium" pitchFamily="34" charset="-120"/>
              </a:rPr>
              <a:t>Редкий и устаревающий</a:t>
            </a:r>
            <a:r>
              <a:rPr lang="en-US" sz="1700" dirty="0">
                <a:solidFill>
                  <a:srgbClr val="464646"/>
                </a:solidFill>
                <a:ea typeface="Inter Medium" pitchFamily="34" charset="-122"/>
                <a:cs typeface="Inter Medium" pitchFamily="34" charset="-120"/>
              </a:rPr>
              <a:t> подход. Класс реализует специальный интерфейс для получения зависимости.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9889212" y="5160645"/>
            <a:ext cx="3722013" cy="1477685"/>
          </a:xfrm>
          <a:prstGeom prst="roundRect">
            <a:avLst>
              <a:gd name="adj" fmla="val 2231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Shape 25"/>
          <p:cNvSpPr/>
          <p:nvPr/>
        </p:nvSpPr>
        <p:spPr>
          <a:xfrm>
            <a:off x="9878258" y="5160645"/>
            <a:ext cx="3743920" cy="1477685"/>
          </a:xfrm>
          <a:prstGeom prst="roundRect">
            <a:avLst>
              <a:gd name="adj" fmla="val 2231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8" name="Text 26"/>
          <p:cNvSpPr/>
          <p:nvPr/>
        </p:nvSpPr>
        <p:spPr>
          <a:xfrm>
            <a:off x="10152817" y="5380315"/>
            <a:ext cx="3194804" cy="1038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73A49"/>
                </a:solidFill>
                <a:highlight>
                  <a:srgbClr val="F2F2F2"/>
                </a:highlight>
                <a:ea typeface="Consolas Medium" pitchFamily="34" charset="-122"/>
                <a:cs typeface="Consolas Medium" pitchFamily="34" charset="-120"/>
              </a:rPr>
              <a:t>public interface Injectable {</a:t>
            </a:r>
            <a:endParaRPr lang="en-US" sz="1700" dirty="0"/>
          </a:p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73A49"/>
                </a:solidFill>
                <a:highlight>
                  <a:srgbClr val="F2F2F2"/>
                </a:highlight>
                <a:ea typeface="Consolas Medium" pitchFamily="34" charset="-122"/>
                <a:cs typeface="Consolas Medium" pitchFamily="34" charset="-120"/>
              </a:rPr>
              <a:t> void inject(T dependency);</a:t>
            </a:r>
            <a:endParaRPr lang="en-US" sz="1700" dirty="0"/>
          </a:p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73A49"/>
                </a:solidFill>
                <a:highlight>
                  <a:srgbClr val="F2F2F2"/>
                </a:highlight>
                <a:ea typeface="Consolas Medium" pitchFamily="34" charset="-122"/>
                <a:cs typeface="Consolas Medium" pitchFamily="34" charset="-120"/>
              </a:rPr>
              <a:t>}</a:t>
            </a:r>
            <a:endParaRPr lang="en-US" sz="17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9" name="Рукописный ввод 28">
                <a:extLst>
                  <a:ext uri="{FF2B5EF4-FFF2-40B4-BE49-F238E27FC236}">
                    <a16:creationId xmlns:a16="http://schemas.microsoft.com/office/drawing/2014/main" id="{1F1B13A9-03FC-68D0-0A92-073F0407A27B}"/>
                  </a:ext>
                </a:extLst>
              </p14:cNvPr>
              <p14:cNvContentPartPr/>
              <p14:nvPr/>
            </p14:nvContentPartPr>
            <p14:xfrm>
              <a:off x="12929760" y="7820165"/>
              <a:ext cx="1504440" cy="234720"/>
            </p14:xfrm>
          </p:contentPart>
        </mc:Choice>
        <mc:Fallback>
          <p:pic>
            <p:nvPicPr>
              <p:cNvPr id="29" name="Рукописный ввод 28">
                <a:extLst>
                  <a:ext uri="{FF2B5EF4-FFF2-40B4-BE49-F238E27FC236}">
                    <a16:creationId xmlns:a16="http://schemas.microsoft.com/office/drawing/2014/main" id="{1F1B13A9-03FC-68D0-0A92-073F0407A27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866760" y="7757165"/>
                <a:ext cx="1630080" cy="360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025" y="610314"/>
            <a:ext cx="1010007" cy="423624"/>
          </a:xfrm>
          <a:prstGeom prst="roundRect">
            <a:avLst>
              <a:gd name="adj" fmla="val 6225"/>
            </a:avLst>
          </a:prstGeom>
          <a:noFill/>
          <a:ln w="7620">
            <a:solidFill>
              <a:srgbClr val="1C977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908447" y="683776"/>
            <a:ext cx="731163" cy="276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ГЛАВА 6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69025" y="1119068"/>
            <a:ext cx="7851934" cy="686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030303"/>
                </a:solidFill>
                <a:ea typeface="DM Sans Semi Bold" pitchFamily="34" charset="-122"/>
                <a:cs typeface="DM Sans Semi Bold" pitchFamily="34" charset="-120"/>
              </a:rPr>
              <a:t>DI в реальных Java-проектах</a:t>
            </a:r>
            <a:endParaRPr lang="en-US" sz="4300" dirty="0"/>
          </a:p>
        </p:txBody>
      </p:sp>
      <p:sp>
        <p:nvSpPr>
          <p:cNvPr id="5" name="Text 3"/>
          <p:cNvSpPr/>
          <p:nvPr/>
        </p:nvSpPr>
        <p:spPr>
          <a:xfrm>
            <a:off x="769025" y="2337673"/>
            <a:ext cx="3222546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030303"/>
                </a:solidFill>
                <a:ea typeface="DM Sans Semi Bold" pitchFamily="34" charset="-122"/>
                <a:cs typeface="DM Sans Semi Bold" pitchFamily="34" charset="-120"/>
              </a:rPr>
              <a:t>Spring и DI-контейнеры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769025" y="2893695"/>
            <a:ext cx="6278166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464646"/>
                </a:solidFill>
                <a:ea typeface="Inter Medium" pitchFamily="34" charset="-122"/>
                <a:cs typeface="Inter Medium" pitchFamily="34" charset="-120"/>
              </a:rPr>
              <a:t>В больших проектах зависимости управляются </a:t>
            </a:r>
            <a:r>
              <a:rPr lang="en-US" sz="1700" b="1" dirty="0">
                <a:solidFill>
                  <a:srgbClr val="464646"/>
                </a:solidFill>
                <a:ea typeface="Inter Medium" pitchFamily="34" charset="-122"/>
                <a:cs typeface="Inter Medium" pitchFamily="34" charset="-120"/>
              </a:rPr>
              <a:t>DI-контейнером</a:t>
            </a:r>
            <a:r>
              <a:rPr lang="en-US" sz="1700" dirty="0">
                <a:solidFill>
                  <a:srgbClr val="464646"/>
                </a:solidFill>
                <a:ea typeface="Inter Medium" pitchFamily="34" charset="-122"/>
                <a:cs typeface="Inter Medium" pitchFamily="34" charset="-120"/>
              </a:rPr>
              <a:t>. Популярные решения: </a:t>
            </a:r>
            <a:r>
              <a:rPr lang="en-US" sz="1700" b="1" dirty="0">
                <a:solidFill>
                  <a:srgbClr val="464646"/>
                </a:solidFill>
                <a:ea typeface="Inter Medium" pitchFamily="34" charset="-122"/>
                <a:cs typeface="Inter Medium" pitchFamily="34" charset="-120"/>
              </a:rPr>
              <a:t>Spring</a:t>
            </a:r>
            <a:r>
              <a:rPr lang="en-US" sz="1700" dirty="0">
                <a:solidFill>
                  <a:srgbClr val="464646"/>
                </a:solidFill>
                <a:ea typeface="Inter Medium" pitchFamily="34" charset="-122"/>
                <a:cs typeface="Inter Medium" pitchFamily="34" charset="-120"/>
              </a:rPr>
              <a:t>, Guice, CDI.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69025" y="3825359"/>
            <a:ext cx="6278166" cy="3554373"/>
          </a:xfrm>
          <a:prstGeom prst="roundRect">
            <a:avLst>
              <a:gd name="adj" fmla="val 92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758071" y="3825359"/>
            <a:ext cx="6300073" cy="3554373"/>
          </a:xfrm>
          <a:prstGeom prst="roundRect">
            <a:avLst>
              <a:gd name="adj" fmla="val 92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1032629" y="4045029"/>
            <a:ext cx="5750957" cy="311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005CC5"/>
                </a:solidFill>
                <a:highlight>
                  <a:srgbClr val="F2F2F2"/>
                </a:highlight>
                <a:ea typeface="Consolas Medium" pitchFamily="34" charset="-122"/>
                <a:cs typeface="Consolas Medium" pitchFamily="34" charset="-120"/>
              </a:rPr>
              <a:t>@Component</a:t>
            </a:r>
            <a:endParaRPr lang="en-US" sz="1700" dirty="0"/>
          </a:p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005CC5"/>
                </a:solidFill>
                <a:highlight>
                  <a:srgbClr val="F2F2F2"/>
                </a:highlight>
                <a:ea typeface="Consolas Medium" pitchFamily="34" charset="-122"/>
                <a:cs typeface="Consolas Medium" pitchFamily="34" charset="-120"/>
              </a:rPr>
              <a:t>public class NotificationService {</a:t>
            </a:r>
            <a:endParaRPr lang="en-US" sz="1700" dirty="0"/>
          </a:p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005CC5"/>
                </a:solidFill>
                <a:highlight>
                  <a:srgbClr val="F2F2F2"/>
                </a:highlight>
                <a:ea typeface="Consolas Medium" pitchFamily="34" charset="-122"/>
                <a:cs typeface="Consolas Medium" pitchFamily="34" charset="-120"/>
              </a:rPr>
              <a:t>    private final MessageSender sender;</a:t>
            </a:r>
            <a:endParaRPr lang="en-US" sz="1700" dirty="0"/>
          </a:p>
          <a:p>
            <a:pPr marL="0" indent="0" algn="l">
              <a:lnSpc>
                <a:spcPts val="2700"/>
              </a:lnSpc>
              <a:buNone/>
            </a:pPr>
            <a:endParaRPr lang="en-US" sz="1700" dirty="0"/>
          </a:p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005CC5"/>
                </a:solidFill>
                <a:highlight>
                  <a:srgbClr val="F2F2F2"/>
                </a:highlight>
                <a:ea typeface="Consolas Medium" pitchFamily="34" charset="-122"/>
                <a:cs typeface="Consolas Medium" pitchFamily="34" charset="-120"/>
              </a:rPr>
              <a:t>    @Autowired</a:t>
            </a:r>
            <a:endParaRPr lang="en-US" sz="1700" dirty="0"/>
          </a:p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005CC5"/>
                </a:solidFill>
                <a:highlight>
                  <a:srgbClr val="F2F2F2"/>
                </a:highlight>
                <a:ea typeface="Consolas Medium" pitchFamily="34" charset="-122"/>
                <a:cs typeface="Consolas Medium" pitchFamily="34" charset="-120"/>
              </a:rPr>
              <a:t>    public NotificationService(MessageSender sender) {</a:t>
            </a:r>
            <a:endParaRPr lang="en-US" sz="1700" dirty="0"/>
          </a:p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005CC5"/>
                </a:solidFill>
                <a:highlight>
                  <a:srgbClr val="F2F2F2"/>
                </a:highlight>
                <a:ea typeface="Consolas Medium" pitchFamily="34" charset="-122"/>
                <a:cs typeface="Consolas Medium" pitchFamily="34" charset="-120"/>
              </a:rPr>
              <a:t>        this.sender = sender;</a:t>
            </a:r>
            <a:endParaRPr lang="en-US" sz="1700" dirty="0"/>
          </a:p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005CC5"/>
                </a:solidFill>
                <a:highlight>
                  <a:srgbClr val="F2F2F2"/>
                </a:highlight>
                <a:ea typeface="Consolas Medium" pitchFamily="34" charset="-122"/>
                <a:cs typeface="Consolas Medium" pitchFamily="34" charset="-120"/>
              </a:rPr>
              <a:t>    }</a:t>
            </a:r>
            <a:endParaRPr lang="en-US" sz="1700" dirty="0"/>
          </a:p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005CC5"/>
                </a:solidFill>
                <a:highlight>
                  <a:srgbClr val="F2F2F2"/>
                </a:highlight>
                <a:ea typeface="Consolas Medium" pitchFamily="34" charset="-122"/>
                <a:cs typeface="Consolas Medium" pitchFamily="34" charset="-120"/>
              </a:rPr>
              <a:t>}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590830" y="2337673"/>
            <a:ext cx="439126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030303"/>
                </a:solidFill>
                <a:ea typeface="DM Sans Semi Bold" pitchFamily="34" charset="-122"/>
                <a:cs typeface="DM Sans Semi Bold" pitchFamily="34" charset="-120"/>
              </a:rPr>
              <a:t>Преимущества и частые ошибки</a:t>
            </a:r>
            <a:endParaRPr lang="en-US" sz="2150" dirty="0"/>
          </a:p>
        </p:txBody>
      </p:sp>
      <p:sp>
        <p:nvSpPr>
          <p:cNvPr id="11" name="Shape 9"/>
          <p:cNvSpPr/>
          <p:nvPr/>
        </p:nvSpPr>
        <p:spPr>
          <a:xfrm>
            <a:off x="7560350" y="2889885"/>
            <a:ext cx="60960" cy="2006203"/>
          </a:xfrm>
          <a:prstGeom prst="rect">
            <a:avLst/>
          </a:prstGeom>
          <a:solidFill>
            <a:srgbClr val="1C977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7871460" y="2920365"/>
            <a:ext cx="2725460" cy="694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000000"/>
                </a:solidFill>
                <a:ea typeface="DM Sans Semi Bold" pitchFamily="34" charset="-122"/>
                <a:cs typeface="DM Sans Semi Bold" pitchFamily="34" charset="-120"/>
              </a:rPr>
              <a:t>✅</a:t>
            </a:r>
            <a:r>
              <a:rPr lang="en-US" sz="2150" dirty="0">
                <a:solidFill>
                  <a:srgbClr val="464646"/>
                </a:solidFill>
                <a:ea typeface="DM Sans Semi Bold" pitchFamily="34" charset="-122"/>
                <a:cs typeface="DM Sans Semi Bold" pitchFamily="34" charset="-120"/>
              </a:rPr>
              <a:t> Легко тестировать</a:t>
            </a:r>
            <a:endParaRPr lang="en-US" sz="2150" dirty="0"/>
          </a:p>
        </p:txBody>
      </p:sp>
      <p:sp>
        <p:nvSpPr>
          <p:cNvPr id="13" name="Text 11"/>
          <p:cNvSpPr/>
          <p:nvPr/>
        </p:nvSpPr>
        <p:spPr>
          <a:xfrm>
            <a:off x="7871460" y="3827264"/>
            <a:ext cx="2725460" cy="1038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464646"/>
                </a:solidFill>
                <a:ea typeface="Inter Medium" pitchFamily="34" charset="-122"/>
                <a:cs typeface="Inter Medium" pitchFamily="34" charset="-120"/>
              </a:rPr>
              <a:t>Реальную зависимость заменяют на мок или заглушку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0832425" y="2889885"/>
            <a:ext cx="60960" cy="2006203"/>
          </a:xfrm>
          <a:prstGeom prst="rect">
            <a:avLst/>
          </a:prstGeom>
          <a:solidFill>
            <a:srgbClr val="1C977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11143536" y="2920365"/>
            <a:ext cx="2725460" cy="694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000000"/>
                </a:solidFill>
                <a:ea typeface="DM Sans Semi Bold" pitchFamily="34" charset="-122"/>
                <a:cs typeface="DM Sans Semi Bold" pitchFamily="34" charset="-120"/>
              </a:rPr>
              <a:t>✅</a:t>
            </a:r>
            <a:r>
              <a:rPr lang="en-US" sz="2150" dirty="0">
                <a:solidFill>
                  <a:srgbClr val="464646"/>
                </a:solidFill>
                <a:ea typeface="DM Sans Semi Bold" pitchFamily="34" charset="-122"/>
                <a:cs typeface="DM Sans Semi Bold" pitchFamily="34" charset="-120"/>
              </a:rPr>
              <a:t> Слабая связанность</a:t>
            </a:r>
            <a:endParaRPr lang="en-US" sz="2150" dirty="0"/>
          </a:p>
        </p:txBody>
      </p:sp>
      <p:sp>
        <p:nvSpPr>
          <p:cNvPr id="16" name="Text 14"/>
          <p:cNvSpPr/>
          <p:nvPr/>
        </p:nvSpPr>
        <p:spPr>
          <a:xfrm>
            <a:off x="11143536" y="3827264"/>
            <a:ext cx="2725460" cy="1038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464646"/>
                </a:solidFill>
                <a:ea typeface="Inter Medium" pitchFamily="34" charset="-122"/>
                <a:cs typeface="Inter Medium" pitchFamily="34" charset="-120"/>
              </a:rPr>
              <a:t>Классы зависят от абстракций, а не от деталей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560350" y="5260777"/>
            <a:ext cx="60960" cy="970717"/>
          </a:xfrm>
          <a:prstGeom prst="rect">
            <a:avLst/>
          </a:prstGeom>
          <a:solidFill>
            <a:srgbClr val="1C977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7871460" y="5291257"/>
            <a:ext cx="2746653" cy="350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000000"/>
                </a:solidFill>
                <a:ea typeface="DM Sans Semi Bold" pitchFamily="34" charset="-122"/>
                <a:cs typeface="DM Sans Semi Bold" pitchFamily="34" charset="-120"/>
              </a:rPr>
              <a:t>⚠️</a:t>
            </a:r>
            <a:r>
              <a:rPr lang="en-US" sz="2150" dirty="0">
                <a:solidFill>
                  <a:srgbClr val="464646"/>
                </a:solidFill>
                <a:ea typeface="DM Sans Semi Bold" pitchFamily="34" charset="-122"/>
                <a:cs typeface="DM Sans Semi Bold" pitchFamily="34" charset="-120"/>
              </a:rPr>
              <a:t> DIP ≠ DI</a:t>
            </a:r>
            <a:endParaRPr lang="en-US" sz="2150" dirty="0"/>
          </a:p>
        </p:txBody>
      </p:sp>
      <p:sp>
        <p:nvSpPr>
          <p:cNvPr id="19" name="Text 17"/>
          <p:cNvSpPr/>
          <p:nvPr/>
        </p:nvSpPr>
        <p:spPr>
          <a:xfrm>
            <a:off x="7871460" y="5854898"/>
            <a:ext cx="5997535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464646"/>
                </a:solidFill>
                <a:ea typeface="Inter Medium" pitchFamily="34" charset="-122"/>
                <a:cs typeface="Inter Medium" pitchFamily="34" charset="-120"/>
              </a:rPr>
              <a:t>Интерфейс нужен не всегда; не внедряйте примитивы</a:t>
            </a:r>
            <a:endParaRPr lang="en-US" sz="17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0" name="Рукописный ввод 19">
                <a:extLst>
                  <a:ext uri="{FF2B5EF4-FFF2-40B4-BE49-F238E27FC236}">
                    <a16:creationId xmlns:a16="http://schemas.microsoft.com/office/drawing/2014/main" id="{F458F490-A2DB-E5BE-1524-B445521DE78F}"/>
                  </a:ext>
                </a:extLst>
              </p14:cNvPr>
              <p14:cNvContentPartPr/>
              <p14:nvPr/>
            </p14:nvContentPartPr>
            <p14:xfrm>
              <a:off x="12937680" y="7733045"/>
              <a:ext cx="1509120" cy="341640"/>
            </p14:xfrm>
          </p:contentPart>
        </mc:Choice>
        <mc:Fallback>
          <p:pic>
            <p:nvPicPr>
              <p:cNvPr id="20" name="Рукописный ввод 19">
                <a:extLst>
                  <a:ext uri="{FF2B5EF4-FFF2-40B4-BE49-F238E27FC236}">
                    <a16:creationId xmlns:a16="http://schemas.microsoft.com/office/drawing/2014/main" id="{F458F490-A2DB-E5BE-1524-B445521DE78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874680" y="7670405"/>
                <a:ext cx="1634760" cy="467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572</Words>
  <Application>Microsoft Office PowerPoint</Application>
  <PresentationFormat>Произвольный</PresentationFormat>
  <Paragraphs>107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DM Sans Semi Bold</vt:lpstr>
      <vt:lpstr>Consolas Medium</vt:lpstr>
      <vt:lpstr>Consolas</vt:lpstr>
      <vt:lpstr>Arial</vt:lpstr>
      <vt:lpstr>Inter Medium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Виталий Суслин</cp:lastModifiedBy>
  <cp:revision>4</cp:revision>
  <dcterms:created xsi:type="dcterms:W3CDTF">2026-04-16T14:30:14Z</dcterms:created>
  <dcterms:modified xsi:type="dcterms:W3CDTF">2026-04-16T14:53:05Z</dcterms:modified>
</cp:coreProperties>
</file>