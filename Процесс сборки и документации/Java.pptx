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7" r:id="rId4"/>
    <p:sldId id="259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9" d="100"/>
          <a:sy n="79" d="100"/>
        </p:scale>
        <p:origin x="82" y="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706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124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01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457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091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360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37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682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72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71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940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631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348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012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660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48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68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AAB7B2E-3F84-4694-BE50-C9BE71D5B0A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135B464-8370-43DA-9A4C-0905962CB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995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20613-DA5C-4EEA-8EB6-9CD8268A5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8746" y="1964267"/>
            <a:ext cx="7601379" cy="2421464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Процесс сборки и документирования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 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на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java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94161B-00BB-4330-B031-9B3CF23EE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385731"/>
            <a:ext cx="7197726" cy="1405467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Симбирёв Григорий 5030102/40002</a:t>
            </a:r>
          </a:p>
        </p:txBody>
      </p:sp>
    </p:spTree>
    <p:extLst>
      <p:ext uri="{BB962C8B-B14F-4D97-AF65-F5344CB8AC3E}">
        <p14:creationId xmlns:p14="http://schemas.microsoft.com/office/powerpoint/2010/main" val="2828539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FCCD8-D3E0-474D-A0FC-FF63908D3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Что такое сборка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?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2F4EB4-8613-4F5E-8296-3CF67EFEF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42067"/>
            <a:ext cx="10131425" cy="3649133"/>
          </a:xfrm>
        </p:spPr>
        <p:txBody>
          <a:bodyPr anchor="t">
            <a:normAutofit/>
          </a:bodyPr>
          <a:lstStyle/>
          <a:p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Сборка – это процесс преобразования исходного кода в готовую программу.</a:t>
            </a:r>
          </a:p>
          <a:p>
            <a:pPr lvl="1"/>
            <a:r>
              <a:rPr lang="ru-RU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Переводит 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.java</a:t>
            </a:r>
            <a:r>
              <a:rPr lang="ru-RU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 файл в байт-код 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.class</a:t>
            </a:r>
          </a:p>
          <a:p>
            <a:pPr lvl="1"/>
            <a:r>
              <a:rPr lang="ru-RU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Упаковывает различные файлы в единую исполняемую программу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 .jar</a:t>
            </a:r>
            <a:endParaRPr lang="ru-RU" sz="1800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  <a:p>
            <a:pPr lvl="1"/>
            <a:endParaRPr lang="ru-RU" sz="1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9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6FAAB8-CE08-4E64-80A3-9C43ED1A8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Зачем нужна сборка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?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DC044-2C86-4AE9-9B7F-5692D269858D}"/>
              </a:ext>
            </a:extLst>
          </p:cNvPr>
          <p:cNvSpPr txBox="1"/>
          <p:nvPr/>
        </p:nvSpPr>
        <p:spPr>
          <a:xfrm>
            <a:off x="685801" y="2287008"/>
            <a:ext cx="1098957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В учебных проектах все файлы можно скомпилировать вручную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В реальных проектах всё сложнее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Десятки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.java 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файлов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Внешние библиотеки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Всё нужно документировать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Вывод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: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 сборка нужна, чтобы из множества файлов получить один предсказуемый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196203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F6C15D-2902-4613-AFC5-25CEF6930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Этапы сборки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44728-493D-4CB6-BF83-7557A73C0270}"/>
              </a:ext>
            </a:extLst>
          </p:cNvPr>
          <p:cNvSpPr txBox="1"/>
          <p:nvPr/>
        </p:nvSpPr>
        <p:spPr>
          <a:xfrm>
            <a:off x="685801" y="2141836"/>
            <a:ext cx="105176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Очистка(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Clean)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Компиляция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 .class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Упаковка в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 .jar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Сборка документации(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Javadoc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)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Запуск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787AAAD-B427-4BFC-958B-084A8B9B0071}"/>
              </a:ext>
            </a:extLst>
          </p:cNvPr>
          <p:cNvSpPr/>
          <p:nvPr/>
        </p:nvSpPr>
        <p:spPr>
          <a:xfrm>
            <a:off x="5008606" y="5342237"/>
            <a:ext cx="5527589" cy="48603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4A8DD-C578-4666-8CF5-4073B6FACC8B}"/>
              </a:ext>
            </a:extLst>
          </p:cNvPr>
          <p:cNvSpPr txBox="1"/>
          <p:nvPr/>
        </p:nvSpPr>
        <p:spPr>
          <a:xfrm>
            <a:off x="5008605" y="5342237"/>
            <a:ext cx="5527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Remove-Item</a:t>
            </a:r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7B132-5E79-4B58-8470-512C2462A8D9}"/>
              </a:ext>
            </a:extLst>
          </p:cNvPr>
          <p:cNvSpPr txBox="1"/>
          <p:nvPr/>
        </p:nvSpPr>
        <p:spPr>
          <a:xfrm>
            <a:off x="5008604" y="5342236"/>
            <a:ext cx="5527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javac</a:t>
            </a:r>
            <a:endParaRPr lang="ru-RU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ED5DD3-BBA6-447D-8851-E88290069195}"/>
              </a:ext>
            </a:extLst>
          </p:cNvPr>
          <p:cNvSpPr txBox="1"/>
          <p:nvPr/>
        </p:nvSpPr>
        <p:spPr>
          <a:xfrm>
            <a:off x="5008605" y="5317867"/>
            <a:ext cx="5527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jar</a:t>
            </a:r>
            <a:endParaRPr lang="ru-R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28F247-7E1B-47E2-825C-9CDB82CE3E7C}"/>
              </a:ext>
            </a:extLst>
          </p:cNvPr>
          <p:cNvSpPr txBox="1"/>
          <p:nvPr/>
        </p:nvSpPr>
        <p:spPr>
          <a:xfrm>
            <a:off x="5008603" y="5310652"/>
            <a:ext cx="5527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javadoc</a:t>
            </a:r>
            <a:endParaRPr lang="ru-R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5C407C-44C1-4245-B80B-73DF614C10A9}"/>
              </a:ext>
            </a:extLst>
          </p:cNvPr>
          <p:cNvSpPr txBox="1"/>
          <p:nvPr/>
        </p:nvSpPr>
        <p:spPr>
          <a:xfrm>
            <a:off x="5008601" y="5310652"/>
            <a:ext cx="5527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java - jar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8249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9" grpId="1"/>
      <p:bldP spid="10" grpId="0"/>
      <p:bldP spid="10" grpId="1"/>
      <p:bldP spid="11" grpId="0" build="allAtOnce"/>
      <p:bldP spid="12" grpId="0"/>
      <p:bldP spid="12" grpId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4514F0-E5AE-4AD7-82E6-3C37E45A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javadoc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D46846-89B9-4D6D-85D1-FECF8CC7780E}"/>
              </a:ext>
            </a:extLst>
          </p:cNvPr>
          <p:cNvSpPr txBox="1"/>
          <p:nvPr/>
        </p:nvSpPr>
        <p:spPr>
          <a:xfrm>
            <a:off x="685801" y="2065867"/>
            <a:ext cx="108203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Javadoc –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 удобный инструмент для генерации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HTML-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документации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Создаётся на основе комментариев из кода.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Задаётся как //** … */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Основные тэги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:</a:t>
            </a:r>
            <a:endParaRPr lang="ru-RU" sz="2400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*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* @author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* @version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* @param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* @return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* @throws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  <a:latin typeface="Minecraft Rus" panose="00000400000000000000" pitchFamily="2" charset="-128"/>
              <a:ea typeface="Minecraft Rus" panose="000004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077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AB0F91-513D-4CD3-BFFA-A5D53832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War-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файл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9A09C-1FC0-43F1-9C55-251DB1F67499}"/>
              </a:ext>
            </a:extLst>
          </p:cNvPr>
          <p:cNvSpPr txBox="1"/>
          <p:nvPr/>
        </p:nvSpPr>
        <p:spPr>
          <a:xfrm>
            <a:off x="685801" y="1919415"/>
            <a:ext cx="10987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WAR – 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это веб-приложение для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jar-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файла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Предназначен для развёртывания на серверах приложений</a:t>
            </a:r>
          </a:p>
        </p:txBody>
      </p:sp>
    </p:spTree>
    <p:extLst>
      <p:ext uri="{BB962C8B-B14F-4D97-AF65-F5344CB8AC3E}">
        <p14:creationId xmlns:p14="http://schemas.microsoft.com/office/powerpoint/2010/main" val="3717072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61600-22F5-4F4D-9AEF-C8DA98B1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  <a:latin typeface="Minecraft Rus" panose="00000400000000000000" pitchFamily="2" charset="-128"/>
                <a:ea typeface="Minecraft Rus" panose="00000400000000000000" pitchFamily="2" charset="-128"/>
              </a:rPr>
              <a:t>Пример кода</a:t>
            </a:r>
          </a:p>
        </p:txBody>
      </p:sp>
    </p:spTree>
    <p:extLst>
      <p:ext uri="{BB962C8B-B14F-4D97-AF65-F5344CB8AC3E}">
        <p14:creationId xmlns:p14="http://schemas.microsoft.com/office/powerpoint/2010/main" val="10584353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Небесная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Небес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TM03457452[[fn=Небесная]]</Template>
  <TotalTime>6662</TotalTime>
  <Words>163</Words>
  <Application>Microsoft Office PowerPoint</Application>
  <PresentationFormat>Широкоэкранный</PresentationFormat>
  <Paragraphs>39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Minecraft Rus</vt:lpstr>
      <vt:lpstr>Arial</vt:lpstr>
      <vt:lpstr>Calibri</vt:lpstr>
      <vt:lpstr>Calibri Light</vt:lpstr>
      <vt:lpstr>Небесная</vt:lpstr>
      <vt:lpstr>Процесс сборки и документирования на java</vt:lpstr>
      <vt:lpstr>Что такое сборка?</vt:lpstr>
      <vt:lpstr>Зачем нужна сборка?</vt:lpstr>
      <vt:lpstr>Этапы сборки</vt:lpstr>
      <vt:lpstr>javadoc</vt:lpstr>
      <vt:lpstr>War-файл</vt:lpstr>
      <vt:lpstr>Пример кода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Процесс сборки и документирования</dc:title>
  <dc:creator>Григорий Симбирёв</dc:creator>
  <cp:lastModifiedBy>Симбирёв Григорий Алексеевич</cp:lastModifiedBy>
  <cp:revision>11</cp:revision>
  <dcterms:created xsi:type="dcterms:W3CDTF">2026-04-07T21:51:45Z</dcterms:created>
  <dcterms:modified xsi:type="dcterms:W3CDTF">2026-04-17T13:14:22Z</dcterms:modified>
</cp:coreProperties>
</file>